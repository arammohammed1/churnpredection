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549" r:id="rId3"/>
    <p:sldId id="257" r:id="rId4"/>
    <p:sldId id="258" r:id="rId5"/>
    <p:sldId id="263" r:id="rId6"/>
    <p:sldId id="569" r:id="rId7"/>
    <p:sldId id="570" r:id="rId8"/>
    <p:sldId id="550" r:id="rId9"/>
    <p:sldId id="571" r:id="rId10"/>
    <p:sldId id="554" r:id="rId11"/>
    <p:sldId id="553" r:id="rId12"/>
    <p:sldId id="572" r:id="rId13"/>
    <p:sldId id="575" r:id="rId14"/>
    <p:sldId id="576" r:id="rId15"/>
    <p:sldId id="573" r:id="rId16"/>
    <p:sldId id="574" r:id="rId17"/>
    <p:sldId id="262" r:id="rId18"/>
    <p:sldId id="259" r:id="rId19"/>
    <p:sldId id="556" r:id="rId20"/>
    <p:sldId id="557" r:id="rId21"/>
    <p:sldId id="558" r:id="rId22"/>
    <p:sldId id="560" r:id="rId23"/>
    <p:sldId id="559" r:id="rId24"/>
    <p:sldId id="562" r:id="rId25"/>
    <p:sldId id="561" r:id="rId26"/>
    <p:sldId id="563" r:id="rId27"/>
    <p:sldId id="564" r:id="rId28"/>
    <p:sldId id="565" r:id="rId29"/>
    <p:sldId id="566" r:id="rId30"/>
    <p:sldId id="567" r:id="rId31"/>
    <p:sldId id="568" r:id="rId32"/>
    <p:sldId id="555" r:id="rId33"/>
    <p:sldId id="261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D28FE"/>
    <a:srgbClr val="BB66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75348" autoAdjust="0"/>
  </p:normalViewPr>
  <p:slideViewPr>
    <p:cSldViewPr snapToGrid="0">
      <p:cViewPr varScale="1">
        <p:scale>
          <a:sx n="64" d="100"/>
          <a:sy n="64" d="100"/>
        </p:scale>
        <p:origin x="165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5A0980-1FC0-47C4-A327-1603E06D68CA}" type="datetimeFigureOut">
              <a:rPr lang="en-US" smtClean="0"/>
              <a:t>08/03/2025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49DAD-1A53-4AA2-8F04-60FEBB091D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8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8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53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ar-SY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3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81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858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FA61-C56C-F0CB-D8C4-106E8529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31C3D-2C38-D8F9-88B0-916F18FDC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D30F2-DB55-DCF8-A697-64E9EC7D8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EAD28-B341-C3A3-0378-850EC120D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2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EC3B5-4B29-2FAF-6FDD-130768DF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93611-48FF-5D73-51FA-D219A0B50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EEB0D-F3E2-6D3C-81E2-57C0CCA0B7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27A7E-C9DC-841B-ED7F-DAE34718F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95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20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6B710-753F-D424-327C-BB2DBCCB3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46DC4-3A1D-DCE3-54A0-86E510C15C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5C63B-723F-CDDC-C2FD-2C8396187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BCCA0-DA0A-68AB-F440-4F1C08C44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35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CE8F2-16C1-AD7D-0562-D47EEA33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46C50-0AFB-3A56-67C7-F34305F52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6AD053-83C2-9CC0-B636-01811AD25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220C1-7270-94E3-6CEC-18782FC6B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94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D520-16B2-549B-17E4-8E6D73B1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EF4A27-DAE6-33F5-9E21-1C42A536E7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84BE5-87CB-E7C5-C2EE-DFB59DC18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2244E-9C37-5B6C-15AD-90DE488BDF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596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2DFD2-1EA9-4DF4-A15F-D8F8790F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A7E51-FEDD-3B3F-72FE-33AB704A2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D94F3-0DA9-88BC-78E5-64C5794AB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16678-3DC2-682D-1CC2-5FA24B162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4912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8E3E-88BF-E94F-B9B2-23AFAE6D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2AD4E-727C-3BEB-5679-BB1B27146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1783F-1D5C-99F6-6410-EEF69AEAEF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3A9E5F-C2BB-7A1F-90F8-A7FD8ED57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39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338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547D-A668-D0F5-85A2-43749D84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29CF6-8E40-1695-4B41-15533D775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DB879-492F-DF73-82D3-62270C921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7F00-940F-9845-63F3-A7F22BBB0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554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0DB07-2B64-EDF5-5356-1AC3D334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2F30D-3C4B-EF16-75B3-50FD263E5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EBC31-55C5-F874-FF23-67EBDCEA8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6E439-2254-F428-D7E5-ED17241C4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09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1127A-4C2B-A3E6-C0F6-4A84B92BB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9C2BFC-BEA7-4EED-B5C9-C5AE72787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EB263-2D39-E593-6476-8342A47A1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C4A43-1869-CF2D-6628-8FEEBE77ED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639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E8CD8-1717-2562-3EB4-1AB115604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908B5-F027-6611-3BAE-96F883BDB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8538D-88CE-0354-4C2A-B620B929A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E433B9-E40D-CAED-3AA2-222DC54C4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31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FE8D3-8A73-26D9-E021-94ED53912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7C82F-9E49-A2F2-04FC-C1F923CEF2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4A857-478E-6223-F342-E46A7F4EB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46D84-7FAD-84F8-C40D-2C42AD69B1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548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76003-6918-6E68-4E52-EED6295BA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A793D-F503-D197-F593-C9BE8A76A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B1085D-920C-8685-91AA-9314A82C5D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C4679-0F77-108F-5E90-DAF867FEE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73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A44C6-2EA4-D2E6-2F50-23B218E5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7BDC3-57D8-1804-3AAC-701CB4F81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6C257-8D56-0B84-B841-26675E27D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F3360-61C9-22DA-16D7-9320A99BE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475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A2233-2D4A-818C-4B62-22E7A121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61EAF-57DB-A600-BE2C-20F17862F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74BCC-874E-A4DD-E6B4-DF2CD2FD3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BDC22-25D6-264D-13DF-0DFEE1BF4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548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E9910-DB42-F673-3DA4-1B4E7E73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752F3E-1C18-D174-E8BC-465DAB3999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BB2F7-96B6-D622-DA68-F0F7428EA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6BE51-7DDC-A942-DAA9-5E2B0BB60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218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DA17-F547-E75D-61D4-27BBA9043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446B4-FA71-A971-9C99-162A36CA5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14B4A-217E-0E8D-93E9-B2F6EA996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0D0AA-0207-8BC6-E84A-6EA17769A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629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AB8DC-2125-EF22-2B7A-265A3DC79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04FD1-E2F5-7183-6A0E-6849D19E6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302AF-9012-B17A-4B42-8CEAAC66A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25C36-F5AF-865B-8EC7-7AB884136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858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E6912-2949-02DE-1666-C5A380FE0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5B5A1E-24F9-0594-0B9E-7AA96D175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3BD96-0C68-6891-ED94-E4381179F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FD3B2-FA04-13D8-6805-C9AACA760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87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59FE0-D540-50B4-1E12-4109C5F4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80DFE-E152-E1F4-A425-6A0A4079A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708D0-408C-EB09-344E-D3551D6E7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E5810A-879E-3CB2-BFAD-25211542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775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97A90-70EE-BA3F-A0B0-18BD967A3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8E554-DDB2-4FB5-7EC0-92702E0EA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33A0D-DAD1-F8FD-C800-03F1BE8DE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92859-AFF5-DDF6-BCDF-6B6BA68F0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743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49DAD-1A53-4AA2-8F04-60FEBB091D7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9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A7EC5-D0A8-C29C-AD48-5458C44C88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5C2DE-7CD0-C048-2663-0D32E1FC6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9DDA-EDAE-CAE5-664B-EF8091051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35108-0E67-4455-9112-B0F7A1687500}" type="datetime1">
              <a:rPr lang="en-US" smtClean="0"/>
              <a:t>08/03/2025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036C7-CAEA-0C0F-DC5E-92C570293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D0B9A-BBB7-5E38-CEC0-2AA14C807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6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BEBF-0EC2-4745-778A-728B158C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83322-E0B0-8BCE-B57A-AD4E8C2F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EA493-E9A0-3A41-7D0F-9236DDDD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BEEAA-42B5-4126-8D7B-2D81F9EF7AD1}" type="datetime1">
              <a:rPr lang="en-US" smtClean="0"/>
              <a:t>08/03/2025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2C28A-12B9-27DC-815A-AE2F6A44F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F0B09-4AB4-FA82-2518-07C33A02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7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EAC4-333F-E067-D882-FA09A3D0D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9E6E-927A-5546-B776-B7C36A7BD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1111D-AC99-D4A1-F78C-DCAF3AB2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8B60-BC2B-4E13-A2DE-189C3A344F25}" type="datetime1">
              <a:rPr lang="en-US" smtClean="0"/>
              <a:t>08/03/2025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4B5F8-D03D-E359-4F73-C143A6DE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E535D-1818-741E-C9EB-5E3DD06F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20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19BDB-E596-ADF6-62BE-8752E7A3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7CAA-0330-E42B-1536-2E849B00B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024A9-846E-413D-BCB5-1E230C8D5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C99AD-E3F5-3495-847F-EC963866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407B2-4F26-42FE-9E22-77CDB409FF5D}" type="datetime1">
              <a:rPr lang="en-US" smtClean="0"/>
              <a:t>08/03/2025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97193-2AF5-2437-7A98-61E12AED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84389-12B4-77E1-7078-DB3EECAE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1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0D08-034E-F71A-EA89-C9C19EF3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09A38D-43F9-0BF3-68DE-5A3632CEF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47A72-853C-F3C3-EB94-349216E34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9D125D-E3CE-9862-A3F7-67031CA8C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83D62-E9E9-A8B2-1F5C-BDB1707A4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68D18-822A-55A5-9A35-FA86BC1A1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E8BB-D089-4582-BDD5-8E1BDD28EA6D}" type="datetime1">
              <a:rPr lang="en-US" smtClean="0"/>
              <a:t>08/03/2025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C9CAA8-DD86-5061-603A-142535C9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1DAEF5-15A1-1545-4F02-E285AB58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8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C517-6FE4-F75E-97F9-366DDAB65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16C9C-A209-BF82-1EA9-42A1FE6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A1EB3-F39A-4117-8935-19E705169DF0}" type="datetime1">
              <a:rPr lang="en-US" smtClean="0"/>
              <a:t>08/03/2025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D2A72-A7F3-6FC5-4E82-D9BB3A22A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7BCE0-102C-BE3B-A5EA-8358BC34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50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93C7DD-0102-BFB3-42A3-E1A5B4AC1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0B06-EC1F-44C2-96F8-059E4C603912}" type="datetime1">
              <a:rPr lang="en-US" smtClean="0"/>
              <a:t>08/03/2025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7702E-CDF9-B80F-DF56-39649F778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9DD54-D81C-C4DF-3011-B2C5CC088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397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1362-5127-B397-3D17-44A0689AC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CCB8A-8D2C-2750-0E29-36A3B4C48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A1042-CECF-9685-39B6-A8779ACBE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E39F4E-E3FB-3FC6-D8E9-930BD42DD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F4752-FE54-4D1B-88A0-FA5BE82ECC55}" type="datetime1">
              <a:rPr lang="en-US" smtClean="0"/>
              <a:t>08/03/2025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F76AF-2720-136E-C2A2-CA43D72E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7FFBD-5DAC-BF0F-6E9E-F24D7051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4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1A3A-5BF0-0149-1787-49EF6528A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EBFFE4-9CCD-8F3A-2367-9C96B88DB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B9640-86C3-0C63-D64B-CE195B733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7D6D3-93C6-2070-BB9E-1DBFA631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40A2-7B44-482E-BE31-83C7D98036D2}" type="datetime1">
              <a:rPr lang="en-US" smtClean="0"/>
              <a:t>08/03/2025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FEE02-E128-FD46-1BD5-FAFEC51D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95C92F-7520-D13E-A19D-F01E361C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5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6746-0F53-4DE9-2A6B-A310BA80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7F006-79A4-E989-5915-E0186948B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67432-89DC-84B6-965E-B8E74773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4E639-EA96-4959-B3BE-D48D54A7CB9B}" type="datetime1">
              <a:rPr lang="en-US" smtClean="0"/>
              <a:t>08/03/2025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17878-841E-9AD3-5B81-D149EE0B0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53F7F-8615-AF21-1C8D-06343DA1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1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32B4E-65A4-D2D5-E968-F902FE9B5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3CB1A-6804-DF65-875E-0F1F1F9BC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18125-ADCB-E0DA-C8E7-08FB1279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9DFCE-F505-4458-8F09-757247455BAE}" type="datetime1">
              <a:rPr lang="en-US" smtClean="0"/>
              <a:t>08/03/2025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5ECE7-1DA7-F312-580F-995F9FBD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DC63-1637-A2B9-076A-9CAE81F1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6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F05BA3-C3A5-D387-0C73-29EA5B1C7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B55EE-49F9-3C46-A84F-974B00AF9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AFFC3-9EEA-41D0-DB0F-1071E1B02A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7AE2-4ED4-4714-AC5F-166AF1666DB3}" type="datetime1">
              <a:rPr lang="en-US" smtClean="0"/>
              <a:t>08/03/2025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914A9-A19C-D184-2B56-E1703F253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2BA16-1CEA-508A-EACD-10F2A7BE7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D7ADD-C0C7-4BAF-A0D8-12F6F682C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62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13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CC5011-8A26-B23F-9151-ED4307B4CF9E}"/>
              </a:ext>
            </a:extLst>
          </p:cNvPr>
          <p:cNvSpPr txBox="1"/>
          <p:nvPr/>
        </p:nvSpPr>
        <p:spPr>
          <a:xfrm>
            <a:off x="4105563" y="4347412"/>
            <a:ext cx="3980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600" dirty="0">
                <a:solidFill>
                  <a:schemeClr val="bg2">
                    <a:lumMod val="25000"/>
                  </a:schemeClr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  <a:sym typeface="Poppins"/>
                <a:rtl val="0"/>
              </a:rPr>
              <a:t>تقديم الطالب: آرام محمد</a:t>
            </a:r>
          </a:p>
          <a:p>
            <a:pPr algn="r"/>
            <a:r>
              <a:rPr lang="ar-SY" sz="3600" dirty="0">
                <a:solidFill>
                  <a:schemeClr val="bg2">
                    <a:lumMod val="25000"/>
                  </a:schemeClr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  <a:sym typeface="Poppins"/>
                <a:rtl val="0"/>
              </a:rPr>
              <a:t>إشراف الدكتور: رياض سنبل</a:t>
            </a:r>
            <a:endParaRPr lang="en-US" sz="3600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Traditional Arabic" panose="02020603050405020304" pitchFamily="18" charset="-78"/>
              <a:cs typeface="Traditional Arabic" panose="02020603050405020304" pitchFamily="18" charset="-78"/>
              <a:sym typeface="Poppins"/>
              <a:rtl val="0"/>
            </a:endParaRP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53CFF2DD-9DAB-EC14-91CA-036E0F0A2977}"/>
              </a:ext>
            </a:extLst>
          </p:cNvPr>
          <p:cNvSpPr/>
          <p:nvPr/>
        </p:nvSpPr>
        <p:spPr>
          <a:xfrm>
            <a:off x="2287926" y="2046760"/>
            <a:ext cx="7616142" cy="1944546"/>
          </a:xfrm>
          <a:prstGeom prst="round2DiagRect">
            <a:avLst/>
          </a:pr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5F73A-D0C4-CEA8-2EEF-89AD3034504D}"/>
              </a:ext>
            </a:extLst>
          </p:cNvPr>
          <p:cNvSpPr txBox="1"/>
          <p:nvPr/>
        </p:nvSpPr>
        <p:spPr>
          <a:xfrm>
            <a:off x="3036185" y="2260350"/>
            <a:ext cx="61196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800" b="1" dirty="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  <a:sym typeface="Poppins"/>
                <a:rtl val="0"/>
              </a:rPr>
              <a:t>منصة لتقديم خدمات الذكاء الصنعي موجهة لمواقع التجارة الإلكترونية</a:t>
            </a:r>
            <a:endParaRPr lang="en-US" sz="4800" b="1" dirty="0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  <a:sym typeface="Poppins"/>
              <a:rtl val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BCD6B8-E96F-2718-93DC-2E47796810DA}"/>
              </a:ext>
            </a:extLst>
          </p:cNvPr>
          <p:cNvSpPr txBox="1"/>
          <p:nvPr/>
        </p:nvSpPr>
        <p:spPr>
          <a:xfrm>
            <a:off x="5480817" y="5885008"/>
            <a:ext cx="123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2024/2025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668A3B16-599F-1DAE-7D4F-883603522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35666" y="167011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1265" name="Picture 1" descr="Hiast logo.jpg">
            <a:extLst>
              <a:ext uri="{FF2B5EF4-FFF2-40B4-BE49-F238E27FC236}">
                <a16:creationId xmlns:a16="http://schemas.microsoft.com/office/drawing/2014/main" id="{CF54A7E3-EEFE-2DB9-8FEE-11DFDCCAD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58"/>
          <a:stretch>
            <a:fillRect/>
          </a:stretch>
        </p:blipFill>
        <p:spPr bwMode="auto">
          <a:xfrm>
            <a:off x="0" y="40588"/>
            <a:ext cx="1795698" cy="1629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3">
            <a:extLst>
              <a:ext uri="{FF2B5EF4-FFF2-40B4-BE49-F238E27FC236}">
                <a16:creationId xmlns:a16="http://schemas.microsoft.com/office/drawing/2014/main" id="{6C6DA1FF-6777-FA01-F8A4-FC577ED4B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7" y="97847"/>
            <a:ext cx="411362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الجمهـوريـة العربيــة الســـورية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المعهد العالي للعلوم التطبيقية والتكنولوجيا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Y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قسـم </a:t>
            </a: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المعلوميات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العام الدراسي </a:t>
            </a:r>
            <a:r>
              <a:rPr kumimoji="0" lang="ar-SA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2025/2024</a:t>
            </a:r>
            <a:endParaRPr kumimoji="0" lang="ar-SA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034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3D71F02-8BF4-438C-9D46-70B224F58CB6}"/>
              </a:ext>
            </a:extLst>
          </p:cNvPr>
          <p:cNvSpPr/>
          <p:nvPr/>
        </p:nvSpPr>
        <p:spPr>
          <a:xfrm>
            <a:off x="3742384" y="1652274"/>
            <a:ext cx="5086063" cy="9525"/>
          </a:xfrm>
          <a:custGeom>
            <a:avLst/>
            <a:gdLst>
              <a:gd name="connsiteX0" fmla="*/ 5086064 w 5086063"/>
              <a:gd name="connsiteY0" fmla="*/ 9525 h 9525"/>
              <a:gd name="connsiteX1" fmla="*/ 5029200 w 5086063"/>
              <a:gd name="connsiteY1" fmla="*/ 9525 h 9525"/>
              <a:gd name="connsiteX2" fmla="*/ 5029200 w 5086063"/>
              <a:gd name="connsiteY2" fmla="*/ 0 h 9525"/>
              <a:gd name="connsiteX3" fmla="*/ 5086064 w 5086063"/>
              <a:gd name="connsiteY3" fmla="*/ 0 h 9525"/>
              <a:gd name="connsiteX4" fmla="*/ 5086064 w 5086063"/>
              <a:gd name="connsiteY4" fmla="*/ 9525 h 9525"/>
              <a:gd name="connsiteX5" fmla="*/ 4972050 w 5086063"/>
              <a:gd name="connsiteY5" fmla="*/ 9525 h 9525"/>
              <a:gd name="connsiteX6" fmla="*/ 4914900 w 5086063"/>
              <a:gd name="connsiteY6" fmla="*/ 9525 h 9525"/>
              <a:gd name="connsiteX7" fmla="*/ 4914900 w 5086063"/>
              <a:gd name="connsiteY7" fmla="*/ 0 h 9525"/>
              <a:gd name="connsiteX8" fmla="*/ 4972050 w 5086063"/>
              <a:gd name="connsiteY8" fmla="*/ 0 h 9525"/>
              <a:gd name="connsiteX9" fmla="*/ 4972050 w 5086063"/>
              <a:gd name="connsiteY9" fmla="*/ 9525 h 9525"/>
              <a:gd name="connsiteX10" fmla="*/ 4857750 w 5086063"/>
              <a:gd name="connsiteY10" fmla="*/ 9525 h 9525"/>
              <a:gd name="connsiteX11" fmla="*/ 4800600 w 5086063"/>
              <a:gd name="connsiteY11" fmla="*/ 9525 h 9525"/>
              <a:gd name="connsiteX12" fmla="*/ 4800600 w 5086063"/>
              <a:gd name="connsiteY12" fmla="*/ 0 h 9525"/>
              <a:gd name="connsiteX13" fmla="*/ 4857750 w 5086063"/>
              <a:gd name="connsiteY13" fmla="*/ 0 h 9525"/>
              <a:gd name="connsiteX14" fmla="*/ 4857750 w 5086063"/>
              <a:gd name="connsiteY14" fmla="*/ 9525 h 9525"/>
              <a:gd name="connsiteX15" fmla="*/ 4743450 w 5086063"/>
              <a:gd name="connsiteY15" fmla="*/ 9525 h 9525"/>
              <a:gd name="connsiteX16" fmla="*/ 4686300 w 5086063"/>
              <a:gd name="connsiteY16" fmla="*/ 9525 h 9525"/>
              <a:gd name="connsiteX17" fmla="*/ 4686300 w 5086063"/>
              <a:gd name="connsiteY17" fmla="*/ 0 h 9525"/>
              <a:gd name="connsiteX18" fmla="*/ 4743450 w 5086063"/>
              <a:gd name="connsiteY18" fmla="*/ 0 h 9525"/>
              <a:gd name="connsiteX19" fmla="*/ 4743450 w 5086063"/>
              <a:gd name="connsiteY19" fmla="*/ 9525 h 9525"/>
              <a:gd name="connsiteX20" fmla="*/ 4629150 w 5086063"/>
              <a:gd name="connsiteY20" fmla="*/ 9525 h 9525"/>
              <a:gd name="connsiteX21" fmla="*/ 4572000 w 5086063"/>
              <a:gd name="connsiteY21" fmla="*/ 9525 h 9525"/>
              <a:gd name="connsiteX22" fmla="*/ 4572000 w 5086063"/>
              <a:gd name="connsiteY22" fmla="*/ 0 h 9525"/>
              <a:gd name="connsiteX23" fmla="*/ 4629150 w 5086063"/>
              <a:gd name="connsiteY23" fmla="*/ 0 h 9525"/>
              <a:gd name="connsiteX24" fmla="*/ 4629150 w 5086063"/>
              <a:gd name="connsiteY24" fmla="*/ 9525 h 9525"/>
              <a:gd name="connsiteX25" fmla="*/ 4514850 w 5086063"/>
              <a:gd name="connsiteY25" fmla="*/ 9525 h 9525"/>
              <a:gd name="connsiteX26" fmla="*/ 4457700 w 5086063"/>
              <a:gd name="connsiteY26" fmla="*/ 9525 h 9525"/>
              <a:gd name="connsiteX27" fmla="*/ 4457700 w 5086063"/>
              <a:gd name="connsiteY27" fmla="*/ 0 h 9525"/>
              <a:gd name="connsiteX28" fmla="*/ 4514850 w 5086063"/>
              <a:gd name="connsiteY28" fmla="*/ 0 h 9525"/>
              <a:gd name="connsiteX29" fmla="*/ 4514850 w 5086063"/>
              <a:gd name="connsiteY29" fmla="*/ 9525 h 9525"/>
              <a:gd name="connsiteX30" fmla="*/ 4400550 w 5086063"/>
              <a:gd name="connsiteY30" fmla="*/ 9525 h 9525"/>
              <a:gd name="connsiteX31" fmla="*/ 4343400 w 5086063"/>
              <a:gd name="connsiteY31" fmla="*/ 9525 h 9525"/>
              <a:gd name="connsiteX32" fmla="*/ 4343400 w 5086063"/>
              <a:gd name="connsiteY32" fmla="*/ 0 h 9525"/>
              <a:gd name="connsiteX33" fmla="*/ 4400550 w 5086063"/>
              <a:gd name="connsiteY33" fmla="*/ 0 h 9525"/>
              <a:gd name="connsiteX34" fmla="*/ 4400550 w 5086063"/>
              <a:gd name="connsiteY34" fmla="*/ 9525 h 9525"/>
              <a:gd name="connsiteX35" fmla="*/ 4286250 w 5086063"/>
              <a:gd name="connsiteY35" fmla="*/ 9525 h 9525"/>
              <a:gd name="connsiteX36" fmla="*/ 4229100 w 5086063"/>
              <a:gd name="connsiteY36" fmla="*/ 9525 h 9525"/>
              <a:gd name="connsiteX37" fmla="*/ 4229100 w 5086063"/>
              <a:gd name="connsiteY37" fmla="*/ 0 h 9525"/>
              <a:gd name="connsiteX38" fmla="*/ 4286250 w 5086063"/>
              <a:gd name="connsiteY38" fmla="*/ 0 h 9525"/>
              <a:gd name="connsiteX39" fmla="*/ 4286250 w 5086063"/>
              <a:gd name="connsiteY39" fmla="*/ 9525 h 9525"/>
              <a:gd name="connsiteX40" fmla="*/ 4171950 w 5086063"/>
              <a:gd name="connsiteY40" fmla="*/ 9525 h 9525"/>
              <a:gd name="connsiteX41" fmla="*/ 4114800 w 5086063"/>
              <a:gd name="connsiteY41" fmla="*/ 9525 h 9525"/>
              <a:gd name="connsiteX42" fmla="*/ 4114800 w 5086063"/>
              <a:gd name="connsiteY42" fmla="*/ 0 h 9525"/>
              <a:gd name="connsiteX43" fmla="*/ 4171950 w 5086063"/>
              <a:gd name="connsiteY43" fmla="*/ 0 h 9525"/>
              <a:gd name="connsiteX44" fmla="*/ 4171950 w 5086063"/>
              <a:gd name="connsiteY44" fmla="*/ 9525 h 9525"/>
              <a:gd name="connsiteX45" fmla="*/ 4057650 w 5086063"/>
              <a:gd name="connsiteY45" fmla="*/ 9525 h 9525"/>
              <a:gd name="connsiteX46" fmla="*/ 4000500 w 5086063"/>
              <a:gd name="connsiteY46" fmla="*/ 9525 h 9525"/>
              <a:gd name="connsiteX47" fmla="*/ 4000500 w 5086063"/>
              <a:gd name="connsiteY47" fmla="*/ 0 h 9525"/>
              <a:gd name="connsiteX48" fmla="*/ 4057650 w 5086063"/>
              <a:gd name="connsiteY48" fmla="*/ 0 h 9525"/>
              <a:gd name="connsiteX49" fmla="*/ 4057650 w 5086063"/>
              <a:gd name="connsiteY49" fmla="*/ 9525 h 9525"/>
              <a:gd name="connsiteX50" fmla="*/ 3943350 w 5086063"/>
              <a:gd name="connsiteY50" fmla="*/ 9525 h 9525"/>
              <a:gd name="connsiteX51" fmla="*/ 3886200 w 5086063"/>
              <a:gd name="connsiteY51" fmla="*/ 9525 h 9525"/>
              <a:gd name="connsiteX52" fmla="*/ 3886200 w 5086063"/>
              <a:gd name="connsiteY52" fmla="*/ 0 h 9525"/>
              <a:gd name="connsiteX53" fmla="*/ 3943350 w 5086063"/>
              <a:gd name="connsiteY53" fmla="*/ 0 h 9525"/>
              <a:gd name="connsiteX54" fmla="*/ 3943350 w 5086063"/>
              <a:gd name="connsiteY54" fmla="*/ 9525 h 9525"/>
              <a:gd name="connsiteX55" fmla="*/ 3829050 w 5086063"/>
              <a:gd name="connsiteY55" fmla="*/ 9525 h 9525"/>
              <a:gd name="connsiteX56" fmla="*/ 3771900 w 5086063"/>
              <a:gd name="connsiteY56" fmla="*/ 9525 h 9525"/>
              <a:gd name="connsiteX57" fmla="*/ 3771900 w 5086063"/>
              <a:gd name="connsiteY57" fmla="*/ 0 h 9525"/>
              <a:gd name="connsiteX58" fmla="*/ 3829050 w 5086063"/>
              <a:gd name="connsiteY58" fmla="*/ 0 h 9525"/>
              <a:gd name="connsiteX59" fmla="*/ 3829050 w 5086063"/>
              <a:gd name="connsiteY59" fmla="*/ 9525 h 9525"/>
              <a:gd name="connsiteX60" fmla="*/ 3714750 w 5086063"/>
              <a:gd name="connsiteY60" fmla="*/ 9525 h 9525"/>
              <a:gd name="connsiteX61" fmla="*/ 3657600 w 5086063"/>
              <a:gd name="connsiteY61" fmla="*/ 9525 h 9525"/>
              <a:gd name="connsiteX62" fmla="*/ 3657600 w 5086063"/>
              <a:gd name="connsiteY62" fmla="*/ 0 h 9525"/>
              <a:gd name="connsiteX63" fmla="*/ 3714750 w 5086063"/>
              <a:gd name="connsiteY63" fmla="*/ 0 h 9525"/>
              <a:gd name="connsiteX64" fmla="*/ 3714750 w 5086063"/>
              <a:gd name="connsiteY64" fmla="*/ 9525 h 9525"/>
              <a:gd name="connsiteX65" fmla="*/ 3600450 w 5086063"/>
              <a:gd name="connsiteY65" fmla="*/ 9525 h 9525"/>
              <a:gd name="connsiteX66" fmla="*/ 3543300 w 5086063"/>
              <a:gd name="connsiteY66" fmla="*/ 9525 h 9525"/>
              <a:gd name="connsiteX67" fmla="*/ 3543300 w 5086063"/>
              <a:gd name="connsiteY67" fmla="*/ 0 h 9525"/>
              <a:gd name="connsiteX68" fmla="*/ 3600450 w 5086063"/>
              <a:gd name="connsiteY68" fmla="*/ 0 h 9525"/>
              <a:gd name="connsiteX69" fmla="*/ 3600450 w 5086063"/>
              <a:gd name="connsiteY69" fmla="*/ 9525 h 9525"/>
              <a:gd name="connsiteX70" fmla="*/ 3486150 w 5086063"/>
              <a:gd name="connsiteY70" fmla="*/ 9525 h 9525"/>
              <a:gd name="connsiteX71" fmla="*/ 3429000 w 5086063"/>
              <a:gd name="connsiteY71" fmla="*/ 9525 h 9525"/>
              <a:gd name="connsiteX72" fmla="*/ 3429000 w 5086063"/>
              <a:gd name="connsiteY72" fmla="*/ 0 h 9525"/>
              <a:gd name="connsiteX73" fmla="*/ 3486150 w 5086063"/>
              <a:gd name="connsiteY73" fmla="*/ 0 h 9525"/>
              <a:gd name="connsiteX74" fmla="*/ 3486150 w 5086063"/>
              <a:gd name="connsiteY74" fmla="*/ 9525 h 9525"/>
              <a:gd name="connsiteX75" fmla="*/ 3371850 w 5086063"/>
              <a:gd name="connsiteY75" fmla="*/ 9525 h 9525"/>
              <a:gd name="connsiteX76" fmla="*/ 3314700 w 5086063"/>
              <a:gd name="connsiteY76" fmla="*/ 9525 h 9525"/>
              <a:gd name="connsiteX77" fmla="*/ 3314700 w 5086063"/>
              <a:gd name="connsiteY77" fmla="*/ 0 h 9525"/>
              <a:gd name="connsiteX78" fmla="*/ 3371850 w 5086063"/>
              <a:gd name="connsiteY78" fmla="*/ 0 h 9525"/>
              <a:gd name="connsiteX79" fmla="*/ 3371850 w 5086063"/>
              <a:gd name="connsiteY79" fmla="*/ 9525 h 9525"/>
              <a:gd name="connsiteX80" fmla="*/ 3257550 w 5086063"/>
              <a:gd name="connsiteY80" fmla="*/ 9525 h 9525"/>
              <a:gd name="connsiteX81" fmla="*/ 3200400 w 5086063"/>
              <a:gd name="connsiteY81" fmla="*/ 9525 h 9525"/>
              <a:gd name="connsiteX82" fmla="*/ 3200400 w 5086063"/>
              <a:gd name="connsiteY82" fmla="*/ 0 h 9525"/>
              <a:gd name="connsiteX83" fmla="*/ 3257550 w 5086063"/>
              <a:gd name="connsiteY83" fmla="*/ 0 h 9525"/>
              <a:gd name="connsiteX84" fmla="*/ 3257550 w 5086063"/>
              <a:gd name="connsiteY84" fmla="*/ 9525 h 9525"/>
              <a:gd name="connsiteX85" fmla="*/ 3143250 w 5086063"/>
              <a:gd name="connsiteY85" fmla="*/ 9525 h 9525"/>
              <a:gd name="connsiteX86" fmla="*/ 3086100 w 5086063"/>
              <a:gd name="connsiteY86" fmla="*/ 9525 h 9525"/>
              <a:gd name="connsiteX87" fmla="*/ 3086100 w 5086063"/>
              <a:gd name="connsiteY87" fmla="*/ 0 h 9525"/>
              <a:gd name="connsiteX88" fmla="*/ 3143250 w 5086063"/>
              <a:gd name="connsiteY88" fmla="*/ 0 h 9525"/>
              <a:gd name="connsiteX89" fmla="*/ 3143250 w 5086063"/>
              <a:gd name="connsiteY89" fmla="*/ 9525 h 9525"/>
              <a:gd name="connsiteX90" fmla="*/ 3028950 w 5086063"/>
              <a:gd name="connsiteY90" fmla="*/ 9525 h 9525"/>
              <a:gd name="connsiteX91" fmla="*/ 2971800 w 5086063"/>
              <a:gd name="connsiteY91" fmla="*/ 9525 h 9525"/>
              <a:gd name="connsiteX92" fmla="*/ 2971800 w 5086063"/>
              <a:gd name="connsiteY92" fmla="*/ 0 h 9525"/>
              <a:gd name="connsiteX93" fmla="*/ 3028950 w 5086063"/>
              <a:gd name="connsiteY93" fmla="*/ 0 h 9525"/>
              <a:gd name="connsiteX94" fmla="*/ 3028950 w 5086063"/>
              <a:gd name="connsiteY94" fmla="*/ 9525 h 9525"/>
              <a:gd name="connsiteX95" fmla="*/ 2914650 w 5086063"/>
              <a:gd name="connsiteY95" fmla="*/ 9525 h 9525"/>
              <a:gd name="connsiteX96" fmla="*/ 2857500 w 5086063"/>
              <a:gd name="connsiteY96" fmla="*/ 9525 h 9525"/>
              <a:gd name="connsiteX97" fmla="*/ 2857500 w 5086063"/>
              <a:gd name="connsiteY97" fmla="*/ 0 h 9525"/>
              <a:gd name="connsiteX98" fmla="*/ 2914650 w 5086063"/>
              <a:gd name="connsiteY98" fmla="*/ 0 h 9525"/>
              <a:gd name="connsiteX99" fmla="*/ 2914650 w 5086063"/>
              <a:gd name="connsiteY99" fmla="*/ 9525 h 9525"/>
              <a:gd name="connsiteX100" fmla="*/ 2800350 w 5086063"/>
              <a:gd name="connsiteY100" fmla="*/ 9525 h 9525"/>
              <a:gd name="connsiteX101" fmla="*/ 2743200 w 5086063"/>
              <a:gd name="connsiteY101" fmla="*/ 9525 h 9525"/>
              <a:gd name="connsiteX102" fmla="*/ 2743200 w 5086063"/>
              <a:gd name="connsiteY102" fmla="*/ 0 h 9525"/>
              <a:gd name="connsiteX103" fmla="*/ 2800350 w 5086063"/>
              <a:gd name="connsiteY103" fmla="*/ 0 h 9525"/>
              <a:gd name="connsiteX104" fmla="*/ 2800350 w 5086063"/>
              <a:gd name="connsiteY104" fmla="*/ 9525 h 9525"/>
              <a:gd name="connsiteX105" fmla="*/ 2686050 w 5086063"/>
              <a:gd name="connsiteY105" fmla="*/ 9525 h 9525"/>
              <a:gd name="connsiteX106" fmla="*/ 2628900 w 5086063"/>
              <a:gd name="connsiteY106" fmla="*/ 9525 h 9525"/>
              <a:gd name="connsiteX107" fmla="*/ 2628900 w 5086063"/>
              <a:gd name="connsiteY107" fmla="*/ 0 h 9525"/>
              <a:gd name="connsiteX108" fmla="*/ 2686050 w 5086063"/>
              <a:gd name="connsiteY108" fmla="*/ 0 h 9525"/>
              <a:gd name="connsiteX109" fmla="*/ 2686050 w 5086063"/>
              <a:gd name="connsiteY109" fmla="*/ 9525 h 9525"/>
              <a:gd name="connsiteX110" fmla="*/ 2571750 w 5086063"/>
              <a:gd name="connsiteY110" fmla="*/ 9525 h 9525"/>
              <a:gd name="connsiteX111" fmla="*/ 2514600 w 5086063"/>
              <a:gd name="connsiteY111" fmla="*/ 9525 h 9525"/>
              <a:gd name="connsiteX112" fmla="*/ 2514600 w 5086063"/>
              <a:gd name="connsiteY112" fmla="*/ 0 h 9525"/>
              <a:gd name="connsiteX113" fmla="*/ 2571750 w 5086063"/>
              <a:gd name="connsiteY113" fmla="*/ 0 h 9525"/>
              <a:gd name="connsiteX114" fmla="*/ 2571750 w 5086063"/>
              <a:gd name="connsiteY114" fmla="*/ 9525 h 9525"/>
              <a:gd name="connsiteX115" fmla="*/ 2457450 w 5086063"/>
              <a:gd name="connsiteY115" fmla="*/ 9525 h 9525"/>
              <a:gd name="connsiteX116" fmla="*/ 2400300 w 5086063"/>
              <a:gd name="connsiteY116" fmla="*/ 9525 h 9525"/>
              <a:gd name="connsiteX117" fmla="*/ 2400300 w 5086063"/>
              <a:gd name="connsiteY117" fmla="*/ 0 h 9525"/>
              <a:gd name="connsiteX118" fmla="*/ 2457450 w 5086063"/>
              <a:gd name="connsiteY118" fmla="*/ 0 h 9525"/>
              <a:gd name="connsiteX119" fmla="*/ 2457450 w 5086063"/>
              <a:gd name="connsiteY119" fmla="*/ 9525 h 9525"/>
              <a:gd name="connsiteX120" fmla="*/ 2343150 w 5086063"/>
              <a:gd name="connsiteY120" fmla="*/ 9525 h 9525"/>
              <a:gd name="connsiteX121" fmla="*/ 2286000 w 5086063"/>
              <a:gd name="connsiteY121" fmla="*/ 9525 h 9525"/>
              <a:gd name="connsiteX122" fmla="*/ 2286000 w 5086063"/>
              <a:gd name="connsiteY122" fmla="*/ 0 h 9525"/>
              <a:gd name="connsiteX123" fmla="*/ 2343150 w 5086063"/>
              <a:gd name="connsiteY123" fmla="*/ 0 h 9525"/>
              <a:gd name="connsiteX124" fmla="*/ 2343150 w 5086063"/>
              <a:gd name="connsiteY124" fmla="*/ 9525 h 9525"/>
              <a:gd name="connsiteX125" fmla="*/ 2228850 w 5086063"/>
              <a:gd name="connsiteY125" fmla="*/ 9525 h 9525"/>
              <a:gd name="connsiteX126" fmla="*/ 2171700 w 5086063"/>
              <a:gd name="connsiteY126" fmla="*/ 9525 h 9525"/>
              <a:gd name="connsiteX127" fmla="*/ 2171700 w 5086063"/>
              <a:gd name="connsiteY127" fmla="*/ 0 h 9525"/>
              <a:gd name="connsiteX128" fmla="*/ 2228850 w 5086063"/>
              <a:gd name="connsiteY128" fmla="*/ 0 h 9525"/>
              <a:gd name="connsiteX129" fmla="*/ 2228850 w 5086063"/>
              <a:gd name="connsiteY129" fmla="*/ 9525 h 9525"/>
              <a:gd name="connsiteX130" fmla="*/ 2114550 w 5086063"/>
              <a:gd name="connsiteY130" fmla="*/ 9525 h 9525"/>
              <a:gd name="connsiteX131" fmla="*/ 2057400 w 5086063"/>
              <a:gd name="connsiteY131" fmla="*/ 9525 h 9525"/>
              <a:gd name="connsiteX132" fmla="*/ 2057400 w 5086063"/>
              <a:gd name="connsiteY132" fmla="*/ 0 h 9525"/>
              <a:gd name="connsiteX133" fmla="*/ 2114550 w 5086063"/>
              <a:gd name="connsiteY133" fmla="*/ 0 h 9525"/>
              <a:gd name="connsiteX134" fmla="*/ 2114550 w 5086063"/>
              <a:gd name="connsiteY134" fmla="*/ 9525 h 9525"/>
              <a:gd name="connsiteX135" fmla="*/ 2000250 w 5086063"/>
              <a:gd name="connsiteY135" fmla="*/ 9525 h 9525"/>
              <a:gd name="connsiteX136" fmla="*/ 1943100 w 5086063"/>
              <a:gd name="connsiteY136" fmla="*/ 9525 h 9525"/>
              <a:gd name="connsiteX137" fmla="*/ 1943100 w 5086063"/>
              <a:gd name="connsiteY137" fmla="*/ 0 h 9525"/>
              <a:gd name="connsiteX138" fmla="*/ 2000250 w 5086063"/>
              <a:gd name="connsiteY138" fmla="*/ 0 h 9525"/>
              <a:gd name="connsiteX139" fmla="*/ 2000250 w 5086063"/>
              <a:gd name="connsiteY139" fmla="*/ 9525 h 9525"/>
              <a:gd name="connsiteX140" fmla="*/ 1885950 w 5086063"/>
              <a:gd name="connsiteY140" fmla="*/ 9525 h 9525"/>
              <a:gd name="connsiteX141" fmla="*/ 1828800 w 5086063"/>
              <a:gd name="connsiteY141" fmla="*/ 9525 h 9525"/>
              <a:gd name="connsiteX142" fmla="*/ 1828800 w 5086063"/>
              <a:gd name="connsiteY142" fmla="*/ 0 h 9525"/>
              <a:gd name="connsiteX143" fmla="*/ 1885950 w 5086063"/>
              <a:gd name="connsiteY143" fmla="*/ 0 h 9525"/>
              <a:gd name="connsiteX144" fmla="*/ 1885950 w 5086063"/>
              <a:gd name="connsiteY144" fmla="*/ 9525 h 9525"/>
              <a:gd name="connsiteX145" fmla="*/ 1771650 w 5086063"/>
              <a:gd name="connsiteY145" fmla="*/ 9525 h 9525"/>
              <a:gd name="connsiteX146" fmla="*/ 1714500 w 5086063"/>
              <a:gd name="connsiteY146" fmla="*/ 9525 h 9525"/>
              <a:gd name="connsiteX147" fmla="*/ 1714500 w 5086063"/>
              <a:gd name="connsiteY147" fmla="*/ 0 h 9525"/>
              <a:gd name="connsiteX148" fmla="*/ 1771650 w 5086063"/>
              <a:gd name="connsiteY148" fmla="*/ 0 h 9525"/>
              <a:gd name="connsiteX149" fmla="*/ 1771650 w 5086063"/>
              <a:gd name="connsiteY149" fmla="*/ 9525 h 9525"/>
              <a:gd name="connsiteX150" fmla="*/ 1657350 w 5086063"/>
              <a:gd name="connsiteY150" fmla="*/ 9525 h 9525"/>
              <a:gd name="connsiteX151" fmla="*/ 1600200 w 5086063"/>
              <a:gd name="connsiteY151" fmla="*/ 9525 h 9525"/>
              <a:gd name="connsiteX152" fmla="*/ 1600200 w 5086063"/>
              <a:gd name="connsiteY152" fmla="*/ 0 h 9525"/>
              <a:gd name="connsiteX153" fmla="*/ 1657350 w 5086063"/>
              <a:gd name="connsiteY153" fmla="*/ 0 h 9525"/>
              <a:gd name="connsiteX154" fmla="*/ 1657350 w 5086063"/>
              <a:gd name="connsiteY154" fmla="*/ 9525 h 9525"/>
              <a:gd name="connsiteX155" fmla="*/ 1543050 w 5086063"/>
              <a:gd name="connsiteY155" fmla="*/ 9525 h 9525"/>
              <a:gd name="connsiteX156" fmla="*/ 1485900 w 5086063"/>
              <a:gd name="connsiteY156" fmla="*/ 9525 h 9525"/>
              <a:gd name="connsiteX157" fmla="*/ 1485900 w 5086063"/>
              <a:gd name="connsiteY157" fmla="*/ 0 h 9525"/>
              <a:gd name="connsiteX158" fmla="*/ 1543050 w 5086063"/>
              <a:gd name="connsiteY158" fmla="*/ 0 h 9525"/>
              <a:gd name="connsiteX159" fmla="*/ 1543050 w 5086063"/>
              <a:gd name="connsiteY159" fmla="*/ 9525 h 9525"/>
              <a:gd name="connsiteX160" fmla="*/ 1428750 w 5086063"/>
              <a:gd name="connsiteY160" fmla="*/ 9525 h 9525"/>
              <a:gd name="connsiteX161" fmla="*/ 1371600 w 5086063"/>
              <a:gd name="connsiteY161" fmla="*/ 9525 h 9525"/>
              <a:gd name="connsiteX162" fmla="*/ 1371600 w 5086063"/>
              <a:gd name="connsiteY162" fmla="*/ 0 h 9525"/>
              <a:gd name="connsiteX163" fmla="*/ 1428750 w 5086063"/>
              <a:gd name="connsiteY163" fmla="*/ 0 h 9525"/>
              <a:gd name="connsiteX164" fmla="*/ 1428750 w 5086063"/>
              <a:gd name="connsiteY164" fmla="*/ 9525 h 9525"/>
              <a:gd name="connsiteX165" fmla="*/ 1314450 w 5086063"/>
              <a:gd name="connsiteY165" fmla="*/ 9525 h 9525"/>
              <a:gd name="connsiteX166" fmla="*/ 1257300 w 5086063"/>
              <a:gd name="connsiteY166" fmla="*/ 9525 h 9525"/>
              <a:gd name="connsiteX167" fmla="*/ 1257300 w 5086063"/>
              <a:gd name="connsiteY167" fmla="*/ 0 h 9525"/>
              <a:gd name="connsiteX168" fmla="*/ 1314450 w 5086063"/>
              <a:gd name="connsiteY168" fmla="*/ 0 h 9525"/>
              <a:gd name="connsiteX169" fmla="*/ 1314450 w 5086063"/>
              <a:gd name="connsiteY169" fmla="*/ 9525 h 9525"/>
              <a:gd name="connsiteX170" fmla="*/ 1200150 w 5086063"/>
              <a:gd name="connsiteY170" fmla="*/ 9525 h 9525"/>
              <a:gd name="connsiteX171" fmla="*/ 1143000 w 5086063"/>
              <a:gd name="connsiteY171" fmla="*/ 9525 h 9525"/>
              <a:gd name="connsiteX172" fmla="*/ 1143000 w 5086063"/>
              <a:gd name="connsiteY172" fmla="*/ 0 h 9525"/>
              <a:gd name="connsiteX173" fmla="*/ 1200150 w 5086063"/>
              <a:gd name="connsiteY173" fmla="*/ 0 h 9525"/>
              <a:gd name="connsiteX174" fmla="*/ 1200150 w 5086063"/>
              <a:gd name="connsiteY174" fmla="*/ 9525 h 9525"/>
              <a:gd name="connsiteX175" fmla="*/ 1085850 w 5086063"/>
              <a:gd name="connsiteY175" fmla="*/ 9525 h 9525"/>
              <a:gd name="connsiteX176" fmla="*/ 1028700 w 5086063"/>
              <a:gd name="connsiteY176" fmla="*/ 9525 h 9525"/>
              <a:gd name="connsiteX177" fmla="*/ 1028700 w 5086063"/>
              <a:gd name="connsiteY177" fmla="*/ 0 h 9525"/>
              <a:gd name="connsiteX178" fmla="*/ 1085850 w 5086063"/>
              <a:gd name="connsiteY178" fmla="*/ 0 h 9525"/>
              <a:gd name="connsiteX179" fmla="*/ 1085850 w 5086063"/>
              <a:gd name="connsiteY179" fmla="*/ 9525 h 9525"/>
              <a:gd name="connsiteX180" fmla="*/ 971550 w 5086063"/>
              <a:gd name="connsiteY180" fmla="*/ 9525 h 9525"/>
              <a:gd name="connsiteX181" fmla="*/ 914400 w 5086063"/>
              <a:gd name="connsiteY181" fmla="*/ 9525 h 9525"/>
              <a:gd name="connsiteX182" fmla="*/ 914400 w 5086063"/>
              <a:gd name="connsiteY182" fmla="*/ 0 h 9525"/>
              <a:gd name="connsiteX183" fmla="*/ 971550 w 5086063"/>
              <a:gd name="connsiteY183" fmla="*/ 0 h 9525"/>
              <a:gd name="connsiteX184" fmla="*/ 971550 w 5086063"/>
              <a:gd name="connsiteY184" fmla="*/ 9525 h 9525"/>
              <a:gd name="connsiteX185" fmla="*/ 857250 w 5086063"/>
              <a:gd name="connsiteY185" fmla="*/ 9525 h 9525"/>
              <a:gd name="connsiteX186" fmla="*/ 800100 w 5086063"/>
              <a:gd name="connsiteY186" fmla="*/ 9525 h 9525"/>
              <a:gd name="connsiteX187" fmla="*/ 800100 w 5086063"/>
              <a:gd name="connsiteY187" fmla="*/ 0 h 9525"/>
              <a:gd name="connsiteX188" fmla="*/ 857250 w 5086063"/>
              <a:gd name="connsiteY188" fmla="*/ 0 h 9525"/>
              <a:gd name="connsiteX189" fmla="*/ 857250 w 5086063"/>
              <a:gd name="connsiteY189" fmla="*/ 9525 h 9525"/>
              <a:gd name="connsiteX190" fmla="*/ 742950 w 5086063"/>
              <a:gd name="connsiteY190" fmla="*/ 9525 h 9525"/>
              <a:gd name="connsiteX191" fmla="*/ 685800 w 5086063"/>
              <a:gd name="connsiteY191" fmla="*/ 9525 h 9525"/>
              <a:gd name="connsiteX192" fmla="*/ 685800 w 5086063"/>
              <a:gd name="connsiteY192" fmla="*/ 0 h 9525"/>
              <a:gd name="connsiteX193" fmla="*/ 742950 w 5086063"/>
              <a:gd name="connsiteY193" fmla="*/ 0 h 9525"/>
              <a:gd name="connsiteX194" fmla="*/ 742950 w 5086063"/>
              <a:gd name="connsiteY194" fmla="*/ 9525 h 9525"/>
              <a:gd name="connsiteX195" fmla="*/ 628650 w 5086063"/>
              <a:gd name="connsiteY195" fmla="*/ 9525 h 9525"/>
              <a:gd name="connsiteX196" fmla="*/ 571500 w 5086063"/>
              <a:gd name="connsiteY196" fmla="*/ 9525 h 9525"/>
              <a:gd name="connsiteX197" fmla="*/ 571500 w 5086063"/>
              <a:gd name="connsiteY197" fmla="*/ 0 h 9525"/>
              <a:gd name="connsiteX198" fmla="*/ 628650 w 5086063"/>
              <a:gd name="connsiteY198" fmla="*/ 0 h 9525"/>
              <a:gd name="connsiteX199" fmla="*/ 628650 w 5086063"/>
              <a:gd name="connsiteY199" fmla="*/ 9525 h 9525"/>
              <a:gd name="connsiteX200" fmla="*/ 514350 w 5086063"/>
              <a:gd name="connsiteY200" fmla="*/ 9525 h 9525"/>
              <a:gd name="connsiteX201" fmla="*/ 457200 w 5086063"/>
              <a:gd name="connsiteY201" fmla="*/ 9525 h 9525"/>
              <a:gd name="connsiteX202" fmla="*/ 457200 w 5086063"/>
              <a:gd name="connsiteY202" fmla="*/ 0 h 9525"/>
              <a:gd name="connsiteX203" fmla="*/ 514350 w 5086063"/>
              <a:gd name="connsiteY203" fmla="*/ 0 h 9525"/>
              <a:gd name="connsiteX204" fmla="*/ 514350 w 5086063"/>
              <a:gd name="connsiteY204" fmla="*/ 9525 h 9525"/>
              <a:gd name="connsiteX205" fmla="*/ 400050 w 5086063"/>
              <a:gd name="connsiteY205" fmla="*/ 9525 h 9525"/>
              <a:gd name="connsiteX206" fmla="*/ 342900 w 5086063"/>
              <a:gd name="connsiteY206" fmla="*/ 9525 h 9525"/>
              <a:gd name="connsiteX207" fmla="*/ 342900 w 5086063"/>
              <a:gd name="connsiteY207" fmla="*/ 0 h 9525"/>
              <a:gd name="connsiteX208" fmla="*/ 400050 w 5086063"/>
              <a:gd name="connsiteY208" fmla="*/ 0 h 9525"/>
              <a:gd name="connsiteX209" fmla="*/ 400050 w 5086063"/>
              <a:gd name="connsiteY209" fmla="*/ 9525 h 9525"/>
              <a:gd name="connsiteX210" fmla="*/ 285750 w 5086063"/>
              <a:gd name="connsiteY210" fmla="*/ 9525 h 9525"/>
              <a:gd name="connsiteX211" fmla="*/ 228600 w 5086063"/>
              <a:gd name="connsiteY211" fmla="*/ 9525 h 9525"/>
              <a:gd name="connsiteX212" fmla="*/ 228600 w 5086063"/>
              <a:gd name="connsiteY212" fmla="*/ 0 h 9525"/>
              <a:gd name="connsiteX213" fmla="*/ 285750 w 5086063"/>
              <a:gd name="connsiteY213" fmla="*/ 0 h 9525"/>
              <a:gd name="connsiteX214" fmla="*/ 285750 w 5086063"/>
              <a:gd name="connsiteY214" fmla="*/ 9525 h 9525"/>
              <a:gd name="connsiteX215" fmla="*/ 171450 w 5086063"/>
              <a:gd name="connsiteY215" fmla="*/ 9525 h 9525"/>
              <a:gd name="connsiteX216" fmla="*/ 114300 w 5086063"/>
              <a:gd name="connsiteY216" fmla="*/ 9525 h 9525"/>
              <a:gd name="connsiteX217" fmla="*/ 114300 w 5086063"/>
              <a:gd name="connsiteY217" fmla="*/ 0 h 9525"/>
              <a:gd name="connsiteX218" fmla="*/ 171450 w 5086063"/>
              <a:gd name="connsiteY218" fmla="*/ 0 h 9525"/>
              <a:gd name="connsiteX219" fmla="*/ 171450 w 5086063"/>
              <a:gd name="connsiteY219" fmla="*/ 9525 h 9525"/>
              <a:gd name="connsiteX220" fmla="*/ 57150 w 5086063"/>
              <a:gd name="connsiteY220" fmla="*/ 9525 h 9525"/>
              <a:gd name="connsiteX221" fmla="*/ 0 w 5086063"/>
              <a:gd name="connsiteY221" fmla="*/ 9525 h 9525"/>
              <a:gd name="connsiteX222" fmla="*/ 0 w 5086063"/>
              <a:gd name="connsiteY222" fmla="*/ 0 h 9525"/>
              <a:gd name="connsiteX223" fmla="*/ 57150 w 5086063"/>
              <a:gd name="connsiteY223" fmla="*/ 0 h 9525"/>
              <a:gd name="connsiteX224" fmla="*/ 57150 w 5086063"/>
              <a:gd name="connsiteY224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086063" h="9525">
                <a:moveTo>
                  <a:pt x="5086064" y="9525"/>
                </a:moveTo>
                <a:lnTo>
                  <a:pt x="5029200" y="9525"/>
                </a:lnTo>
                <a:lnTo>
                  <a:pt x="5029200" y="0"/>
                </a:lnTo>
                <a:lnTo>
                  <a:pt x="5086064" y="0"/>
                </a:lnTo>
                <a:lnTo>
                  <a:pt x="5086064" y="9525"/>
                </a:lnTo>
                <a:close/>
                <a:moveTo>
                  <a:pt x="4972050" y="9525"/>
                </a:moveTo>
                <a:lnTo>
                  <a:pt x="4914900" y="9525"/>
                </a:lnTo>
                <a:lnTo>
                  <a:pt x="4914900" y="0"/>
                </a:lnTo>
                <a:lnTo>
                  <a:pt x="4972050" y="0"/>
                </a:lnTo>
                <a:lnTo>
                  <a:pt x="4972050" y="9525"/>
                </a:lnTo>
                <a:close/>
                <a:moveTo>
                  <a:pt x="4857750" y="9525"/>
                </a:moveTo>
                <a:lnTo>
                  <a:pt x="4800600" y="9525"/>
                </a:lnTo>
                <a:lnTo>
                  <a:pt x="4800600" y="0"/>
                </a:lnTo>
                <a:lnTo>
                  <a:pt x="4857750" y="0"/>
                </a:lnTo>
                <a:lnTo>
                  <a:pt x="4857750" y="9525"/>
                </a:lnTo>
                <a:close/>
                <a:moveTo>
                  <a:pt x="4743450" y="9525"/>
                </a:moveTo>
                <a:lnTo>
                  <a:pt x="4686300" y="9525"/>
                </a:lnTo>
                <a:lnTo>
                  <a:pt x="4686300" y="0"/>
                </a:lnTo>
                <a:lnTo>
                  <a:pt x="4743450" y="0"/>
                </a:lnTo>
                <a:lnTo>
                  <a:pt x="4743450" y="9525"/>
                </a:lnTo>
                <a:close/>
                <a:moveTo>
                  <a:pt x="4629150" y="9525"/>
                </a:moveTo>
                <a:lnTo>
                  <a:pt x="4572000" y="9525"/>
                </a:lnTo>
                <a:lnTo>
                  <a:pt x="4572000" y="0"/>
                </a:lnTo>
                <a:lnTo>
                  <a:pt x="4629150" y="0"/>
                </a:lnTo>
                <a:lnTo>
                  <a:pt x="4629150" y="9525"/>
                </a:lnTo>
                <a:close/>
                <a:moveTo>
                  <a:pt x="4514850" y="9525"/>
                </a:moveTo>
                <a:lnTo>
                  <a:pt x="4457700" y="9525"/>
                </a:lnTo>
                <a:lnTo>
                  <a:pt x="4457700" y="0"/>
                </a:lnTo>
                <a:lnTo>
                  <a:pt x="4514850" y="0"/>
                </a:lnTo>
                <a:lnTo>
                  <a:pt x="4514850" y="9525"/>
                </a:lnTo>
                <a:close/>
                <a:moveTo>
                  <a:pt x="4400550" y="9525"/>
                </a:moveTo>
                <a:lnTo>
                  <a:pt x="4343400" y="9525"/>
                </a:lnTo>
                <a:lnTo>
                  <a:pt x="4343400" y="0"/>
                </a:lnTo>
                <a:lnTo>
                  <a:pt x="4400550" y="0"/>
                </a:lnTo>
                <a:lnTo>
                  <a:pt x="4400550" y="9525"/>
                </a:lnTo>
                <a:close/>
                <a:moveTo>
                  <a:pt x="4286250" y="9525"/>
                </a:moveTo>
                <a:lnTo>
                  <a:pt x="4229100" y="9525"/>
                </a:lnTo>
                <a:lnTo>
                  <a:pt x="4229100" y="0"/>
                </a:lnTo>
                <a:lnTo>
                  <a:pt x="4286250" y="0"/>
                </a:lnTo>
                <a:lnTo>
                  <a:pt x="4286250" y="9525"/>
                </a:lnTo>
                <a:close/>
                <a:moveTo>
                  <a:pt x="4171950" y="9525"/>
                </a:moveTo>
                <a:lnTo>
                  <a:pt x="4114800" y="9525"/>
                </a:lnTo>
                <a:lnTo>
                  <a:pt x="4114800" y="0"/>
                </a:lnTo>
                <a:lnTo>
                  <a:pt x="4171950" y="0"/>
                </a:lnTo>
                <a:lnTo>
                  <a:pt x="4171950" y="9525"/>
                </a:lnTo>
                <a:close/>
                <a:moveTo>
                  <a:pt x="4057650" y="9525"/>
                </a:moveTo>
                <a:lnTo>
                  <a:pt x="4000500" y="9525"/>
                </a:lnTo>
                <a:lnTo>
                  <a:pt x="4000500" y="0"/>
                </a:lnTo>
                <a:lnTo>
                  <a:pt x="4057650" y="0"/>
                </a:lnTo>
                <a:lnTo>
                  <a:pt x="4057650" y="9525"/>
                </a:lnTo>
                <a:close/>
                <a:moveTo>
                  <a:pt x="3943350" y="9525"/>
                </a:moveTo>
                <a:lnTo>
                  <a:pt x="3886200" y="9525"/>
                </a:lnTo>
                <a:lnTo>
                  <a:pt x="3886200" y="0"/>
                </a:lnTo>
                <a:lnTo>
                  <a:pt x="3943350" y="0"/>
                </a:lnTo>
                <a:lnTo>
                  <a:pt x="3943350" y="9525"/>
                </a:lnTo>
                <a:close/>
                <a:moveTo>
                  <a:pt x="3829050" y="9525"/>
                </a:moveTo>
                <a:lnTo>
                  <a:pt x="3771900" y="9525"/>
                </a:lnTo>
                <a:lnTo>
                  <a:pt x="3771900" y="0"/>
                </a:lnTo>
                <a:lnTo>
                  <a:pt x="3829050" y="0"/>
                </a:lnTo>
                <a:lnTo>
                  <a:pt x="3829050" y="9525"/>
                </a:lnTo>
                <a:close/>
                <a:moveTo>
                  <a:pt x="3714750" y="9525"/>
                </a:moveTo>
                <a:lnTo>
                  <a:pt x="3657600" y="9525"/>
                </a:lnTo>
                <a:lnTo>
                  <a:pt x="3657600" y="0"/>
                </a:lnTo>
                <a:lnTo>
                  <a:pt x="3714750" y="0"/>
                </a:lnTo>
                <a:lnTo>
                  <a:pt x="3714750" y="9525"/>
                </a:lnTo>
                <a:close/>
                <a:moveTo>
                  <a:pt x="3600450" y="9525"/>
                </a:moveTo>
                <a:lnTo>
                  <a:pt x="3543300" y="9525"/>
                </a:lnTo>
                <a:lnTo>
                  <a:pt x="3543300" y="0"/>
                </a:lnTo>
                <a:lnTo>
                  <a:pt x="3600450" y="0"/>
                </a:lnTo>
                <a:lnTo>
                  <a:pt x="3600450" y="9525"/>
                </a:lnTo>
                <a:close/>
                <a:moveTo>
                  <a:pt x="3486150" y="9525"/>
                </a:moveTo>
                <a:lnTo>
                  <a:pt x="3429000" y="9525"/>
                </a:lnTo>
                <a:lnTo>
                  <a:pt x="3429000" y="0"/>
                </a:lnTo>
                <a:lnTo>
                  <a:pt x="3486150" y="0"/>
                </a:lnTo>
                <a:lnTo>
                  <a:pt x="3486150" y="9525"/>
                </a:lnTo>
                <a:close/>
                <a:moveTo>
                  <a:pt x="3371850" y="9525"/>
                </a:moveTo>
                <a:lnTo>
                  <a:pt x="3314700" y="9525"/>
                </a:lnTo>
                <a:lnTo>
                  <a:pt x="3314700" y="0"/>
                </a:lnTo>
                <a:lnTo>
                  <a:pt x="3371850" y="0"/>
                </a:lnTo>
                <a:lnTo>
                  <a:pt x="3371850" y="9525"/>
                </a:lnTo>
                <a:close/>
                <a:moveTo>
                  <a:pt x="3257550" y="9525"/>
                </a:moveTo>
                <a:lnTo>
                  <a:pt x="3200400" y="9525"/>
                </a:lnTo>
                <a:lnTo>
                  <a:pt x="3200400" y="0"/>
                </a:lnTo>
                <a:lnTo>
                  <a:pt x="3257550" y="0"/>
                </a:lnTo>
                <a:lnTo>
                  <a:pt x="3257550" y="9525"/>
                </a:lnTo>
                <a:close/>
                <a:moveTo>
                  <a:pt x="3143250" y="9525"/>
                </a:moveTo>
                <a:lnTo>
                  <a:pt x="3086100" y="9525"/>
                </a:lnTo>
                <a:lnTo>
                  <a:pt x="3086100" y="0"/>
                </a:lnTo>
                <a:lnTo>
                  <a:pt x="3143250" y="0"/>
                </a:lnTo>
                <a:lnTo>
                  <a:pt x="3143250" y="9525"/>
                </a:lnTo>
                <a:close/>
                <a:moveTo>
                  <a:pt x="3028950" y="9525"/>
                </a:moveTo>
                <a:lnTo>
                  <a:pt x="2971800" y="9525"/>
                </a:lnTo>
                <a:lnTo>
                  <a:pt x="2971800" y="0"/>
                </a:lnTo>
                <a:lnTo>
                  <a:pt x="3028950" y="0"/>
                </a:lnTo>
                <a:lnTo>
                  <a:pt x="3028950" y="9525"/>
                </a:lnTo>
                <a:close/>
                <a:moveTo>
                  <a:pt x="2914650" y="9525"/>
                </a:moveTo>
                <a:lnTo>
                  <a:pt x="2857500" y="9525"/>
                </a:lnTo>
                <a:lnTo>
                  <a:pt x="2857500" y="0"/>
                </a:lnTo>
                <a:lnTo>
                  <a:pt x="2914650" y="0"/>
                </a:lnTo>
                <a:lnTo>
                  <a:pt x="2914650" y="9525"/>
                </a:lnTo>
                <a:close/>
                <a:moveTo>
                  <a:pt x="2800350" y="9525"/>
                </a:moveTo>
                <a:lnTo>
                  <a:pt x="2743200" y="9525"/>
                </a:lnTo>
                <a:lnTo>
                  <a:pt x="2743200" y="0"/>
                </a:lnTo>
                <a:lnTo>
                  <a:pt x="2800350" y="0"/>
                </a:lnTo>
                <a:lnTo>
                  <a:pt x="2800350" y="9525"/>
                </a:lnTo>
                <a:close/>
                <a:moveTo>
                  <a:pt x="2686050" y="9525"/>
                </a:moveTo>
                <a:lnTo>
                  <a:pt x="2628900" y="9525"/>
                </a:lnTo>
                <a:lnTo>
                  <a:pt x="2628900" y="0"/>
                </a:lnTo>
                <a:lnTo>
                  <a:pt x="2686050" y="0"/>
                </a:lnTo>
                <a:lnTo>
                  <a:pt x="2686050" y="9525"/>
                </a:lnTo>
                <a:close/>
                <a:moveTo>
                  <a:pt x="2571750" y="9525"/>
                </a:moveTo>
                <a:lnTo>
                  <a:pt x="2514600" y="9525"/>
                </a:lnTo>
                <a:lnTo>
                  <a:pt x="2514600" y="0"/>
                </a:lnTo>
                <a:lnTo>
                  <a:pt x="2571750" y="0"/>
                </a:lnTo>
                <a:lnTo>
                  <a:pt x="2571750" y="9525"/>
                </a:lnTo>
                <a:close/>
                <a:moveTo>
                  <a:pt x="2457450" y="9525"/>
                </a:moveTo>
                <a:lnTo>
                  <a:pt x="2400300" y="9525"/>
                </a:lnTo>
                <a:lnTo>
                  <a:pt x="2400300" y="0"/>
                </a:lnTo>
                <a:lnTo>
                  <a:pt x="2457450" y="0"/>
                </a:lnTo>
                <a:lnTo>
                  <a:pt x="2457450" y="9525"/>
                </a:lnTo>
                <a:close/>
                <a:moveTo>
                  <a:pt x="2343150" y="9525"/>
                </a:moveTo>
                <a:lnTo>
                  <a:pt x="2286000" y="9525"/>
                </a:lnTo>
                <a:lnTo>
                  <a:pt x="2286000" y="0"/>
                </a:lnTo>
                <a:lnTo>
                  <a:pt x="2343150" y="0"/>
                </a:lnTo>
                <a:lnTo>
                  <a:pt x="2343150" y="9525"/>
                </a:lnTo>
                <a:close/>
                <a:moveTo>
                  <a:pt x="2228850" y="9525"/>
                </a:moveTo>
                <a:lnTo>
                  <a:pt x="2171700" y="9525"/>
                </a:lnTo>
                <a:lnTo>
                  <a:pt x="2171700" y="0"/>
                </a:lnTo>
                <a:lnTo>
                  <a:pt x="2228850" y="0"/>
                </a:lnTo>
                <a:lnTo>
                  <a:pt x="2228850" y="9525"/>
                </a:lnTo>
                <a:close/>
                <a:moveTo>
                  <a:pt x="2114550" y="9525"/>
                </a:moveTo>
                <a:lnTo>
                  <a:pt x="2057400" y="9525"/>
                </a:lnTo>
                <a:lnTo>
                  <a:pt x="2057400" y="0"/>
                </a:lnTo>
                <a:lnTo>
                  <a:pt x="2114550" y="0"/>
                </a:lnTo>
                <a:lnTo>
                  <a:pt x="2114550" y="9525"/>
                </a:lnTo>
                <a:close/>
                <a:moveTo>
                  <a:pt x="2000250" y="9525"/>
                </a:moveTo>
                <a:lnTo>
                  <a:pt x="1943100" y="9525"/>
                </a:lnTo>
                <a:lnTo>
                  <a:pt x="1943100" y="0"/>
                </a:lnTo>
                <a:lnTo>
                  <a:pt x="2000250" y="0"/>
                </a:lnTo>
                <a:lnTo>
                  <a:pt x="2000250" y="9525"/>
                </a:lnTo>
                <a:close/>
                <a:moveTo>
                  <a:pt x="1885950" y="9525"/>
                </a:moveTo>
                <a:lnTo>
                  <a:pt x="1828800" y="9525"/>
                </a:lnTo>
                <a:lnTo>
                  <a:pt x="1828800" y="0"/>
                </a:lnTo>
                <a:lnTo>
                  <a:pt x="1885950" y="0"/>
                </a:lnTo>
                <a:lnTo>
                  <a:pt x="1885950" y="9525"/>
                </a:lnTo>
                <a:close/>
                <a:moveTo>
                  <a:pt x="1771650" y="9525"/>
                </a:moveTo>
                <a:lnTo>
                  <a:pt x="1714500" y="9525"/>
                </a:lnTo>
                <a:lnTo>
                  <a:pt x="1714500" y="0"/>
                </a:lnTo>
                <a:lnTo>
                  <a:pt x="1771650" y="0"/>
                </a:lnTo>
                <a:lnTo>
                  <a:pt x="1771650" y="9525"/>
                </a:lnTo>
                <a:close/>
                <a:moveTo>
                  <a:pt x="1657350" y="9525"/>
                </a:moveTo>
                <a:lnTo>
                  <a:pt x="1600200" y="9525"/>
                </a:lnTo>
                <a:lnTo>
                  <a:pt x="1600200" y="0"/>
                </a:lnTo>
                <a:lnTo>
                  <a:pt x="1657350" y="0"/>
                </a:lnTo>
                <a:lnTo>
                  <a:pt x="1657350" y="9525"/>
                </a:lnTo>
                <a:close/>
                <a:moveTo>
                  <a:pt x="1543050" y="9525"/>
                </a:moveTo>
                <a:lnTo>
                  <a:pt x="1485900" y="9525"/>
                </a:lnTo>
                <a:lnTo>
                  <a:pt x="1485900" y="0"/>
                </a:lnTo>
                <a:lnTo>
                  <a:pt x="1543050" y="0"/>
                </a:lnTo>
                <a:lnTo>
                  <a:pt x="1543050" y="9525"/>
                </a:lnTo>
                <a:close/>
                <a:moveTo>
                  <a:pt x="1428750" y="9525"/>
                </a:moveTo>
                <a:lnTo>
                  <a:pt x="1371600" y="9525"/>
                </a:lnTo>
                <a:lnTo>
                  <a:pt x="1371600" y="0"/>
                </a:lnTo>
                <a:lnTo>
                  <a:pt x="1428750" y="0"/>
                </a:lnTo>
                <a:lnTo>
                  <a:pt x="1428750" y="9525"/>
                </a:lnTo>
                <a:close/>
                <a:moveTo>
                  <a:pt x="1314450" y="9525"/>
                </a:moveTo>
                <a:lnTo>
                  <a:pt x="1257300" y="9525"/>
                </a:lnTo>
                <a:lnTo>
                  <a:pt x="1257300" y="0"/>
                </a:lnTo>
                <a:lnTo>
                  <a:pt x="1314450" y="0"/>
                </a:lnTo>
                <a:lnTo>
                  <a:pt x="1314450" y="9525"/>
                </a:lnTo>
                <a:close/>
                <a:moveTo>
                  <a:pt x="1200150" y="9525"/>
                </a:moveTo>
                <a:lnTo>
                  <a:pt x="1143000" y="9525"/>
                </a:lnTo>
                <a:lnTo>
                  <a:pt x="1143000" y="0"/>
                </a:lnTo>
                <a:lnTo>
                  <a:pt x="1200150" y="0"/>
                </a:lnTo>
                <a:lnTo>
                  <a:pt x="1200150" y="9525"/>
                </a:lnTo>
                <a:close/>
                <a:moveTo>
                  <a:pt x="1085850" y="9525"/>
                </a:moveTo>
                <a:lnTo>
                  <a:pt x="1028700" y="9525"/>
                </a:lnTo>
                <a:lnTo>
                  <a:pt x="1028700" y="0"/>
                </a:lnTo>
                <a:lnTo>
                  <a:pt x="1085850" y="0"/>
                </a:lnTo>
                <a:lnTo>
                  <a:pt x="1085850" y="9525"/>
                </a:lnTo>
                <a:close/>
                <a:moveTo>
                  <a:pt x="971550" y="9525"/>
                </a:moveTo>
                <a:lnTo>
                  <a:pt x="914400" y="9525"/>
                </a:lnTo>
                <a:lnTo>
                  <a:pt x="914400" y="0"/>
                </a:lnTo>
                <a:lnTo>
                  <a:pt x="971550" y="0"/>
                </a:lnTo>
                <a:lnTo>
                  <a:pt x="971550" y="9525"/>
                </a:lnTo>
                <a:close/>
                <a:moveTo>
                  <a:pt x="857250" y="9525"/>
                </a:moveTo>
                <a:lnTo>
                  <a:pt x="800100" y="9525"/>
                </a:lnTo>
                <a:lnTo>
                  <a:pt x="800100" y="0"/>
                </a:lnTo>
                <a:lnTo>
                  <a:pt x="857250" y="0"/>
                </a:lnTo>
                <a:lnTo>
                  <a:pt x="857250" y="9525"/>
                </a:lnTo>
                <a:close/>
                <a:moveTo>
                  <a:pt x="742950" y="9525"/>
                </a:moveTo>
                <a:lnTo>
                  <a:pt x="685800" y="9525"/>
                </a:lnTo>
                <a:lnTo>
                  <a:pt x="685800" y="0"/>
                </a:lnTo>
                <a:lnTo>
                  <a:pt x="742950" y="0"/>
                </a:lnTo>
                <a:lnTo>
                  <a:pt x="742950" y="9525"/>
                </a:lnTo>
                <a:close/>
                <a:moveTo>
                  <a:pt x="628650" y="9525"/>
                </a:moveTo>
                <a:lnTo>
                  <a:pt x="571500" y="9525"/>
                </a:lnTo>
                <a:lnTo>
                  <a:pt x="571500" y="0"/>
                </a:lnTo>
                <a:lnTo>
                  <a:pt x="628650" y="0"/>
                </a:lnTo>
                <a:lnTo>
                  <a:pt x="628650" y="9525"/>
                </a:lnTo>
                <a:close/>
                <a:moveTo>
                  <a:pt x="514350" y="9525"/>
                </a:moveTo>
                <a:lnTo>
                  <a:pt x="457200" y="9525"/>
                </a:lnTo>
                <a:lnTo>
                  <a:pt x="457200" y="0"/>
                </a:lnTo>
                <a:lnTo>
                  <a:pt x="514350" y="0"/>
                </a:lnTo>
                <a:lnTo>
                  <a:pt x="514350" y="9525"/>
                </a:lnTo>
                <a:close/>
                <a:moveTo>
                  <a:pt x="400050" y="9525"/>
                </a:moveTo>
                <a:lnTo>
                  <a:pt x="342900" y="9525"/>
                </a:lnTo>
                <a:lnTo>
                  <a:pt x="342900" y="0"/>
                </a:lnTo>
                <a:lnTo>
                  <a:pt x="400050" y="0"/>
                </a:lnTo>
                <a:lnTo>
                  <a:pt x="400050" y="9525"/>
                </a:lnTo>
                <a:close/>
                <a:moveTo>
                  <a:pt x="285750" y="9525"/>
                </a:moveTo>
                <a:lnTo>
                  <a:pt x="228600" y="9525"/>
                </a:lnTo>
                <a:lnTo>
                  <a:pt x="228600" y="0"/>
                </a:lnTo>
                <a:lnTo>
                  <a:pt x="285750" y="0"/>
                </a:lnTo>
                <a:lnTo>
                  <a:pt x="285750" y="9525"/>
                </a:lnTo>
                <a:close/>
                <a:moveTo>
                  <a:pt x="171450" y="9525"/>
                </a:moveTo>
                <a:lnTo>
                  <a:pt x="114300" y="9525"/>
                </a:lnTo>
                <a:lnTo>
                  <a:pt x="114300" y="0"/>
                </a:lnTo>
                <a:lnTo>
                  <a:pt x="171450" y="0"/>
                </a:lnTo>
                <a:lnTo>
                  <a:pt x="171450" y="9525"/>
                </a:lnTo>
                <a:close/>
                <a:moveTo>
                  <a:pt x="5715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" y="0"/>
                </a:lnTo>
                <a:lnTo>
                  <a:pt x="57150" y="952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27A38-23D1-4ADF-BEBD-E42DB6E2CF70}"/>
              </a:ext>
            </a:extLst>
          </p:cNvPr>
          <p:cNvSpPr txBox="1"/>
          <p:nvPr/>
        </p:nvSpPr>
        <p:spPr>
          <a:xfrm>
            <a:off x="8552921" y="1164308"/>
            <a:ext cx="359394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>
                <a:solidFill>
                  <a:schemeClr val="bg2">
                    <a:lumMod val="25000"/>
                  </a:schemeClr>
                </a:solidFill>
                <a:latin typeface="Montserrat"/>
                <a:sym typeface="Poppins"/>
                <a:rtl val="0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FE72DD-5329-45AD-AFB7-36D1B10948AF}"/>
              </a:ext>
            </a:extLst>
          </p:cNvPr>
          <p:cNvSpPr txBox="1"/>
          <p:nvPr/>
        </p:nvSpPr>
        <p:spPr>
          <a:xfrm>
            <a:off x="3661612" y="983238"/>
            <a:ext cx="2969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Y" sz="32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/>
                <a:sym typeface="Poppins"/>
                <a:rtl val="0"/>
              </a:rPr>
              <a:t>الهدف من </a:t>
            </a:r>
            <a:r>
              <a:rPr lang="ar-SY" sz="36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/>
                <a:sym typeface="Poppins"/>
                <a:rtl val="0"/>
              </a:rPr>
              <a:t>المشروع</a:t>
            </a:r>
            <a:endParaRPr lang="en-US" sz="3200" b="1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"/>
              <a:sym typeface="Poppins"/>
              <a:rtl val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1FF1258-B95E-469D-9136-EF0D1075ACEC}"/>
              </a:ext>
            </a:extLst>
          </p:cNvPr>
          <p:cNvSpPr/>
          <p:nvPr/>
        </p:nvSpPr>
        <p:spPr>
          <a:xfrm>
            <a:off x="3742384" y="2600583"/>
            <a:ext cx="5086063" cy="9525"/>
          </a:xfrm>
          <a:custGeom>
            <a:avLst/>
            <a:gdLst>
              <a:gd name="connsiteX0" fmla="*/ 5086064 w 5086063"/>
              <a:gd name="connsiteY0" fmla="*/ 9525 h 9525"/>
              <a:gd name="connsiteX1" fmla="*/ 5029200 w 5086063"/>
              <a:gd name="connsiteY1" fmla="*/ 9525 h 9525"/>
              <a:gd name="connsiteX2" fmla="*/ 5029200 w 5086063"/>
              <a:gd name="connsiteY2" fmla="*/ 0 h 9525"/>
              <a:gd name="connsiteX3" fmla="*/ 5086064 w 5086063"/>
              <a:gd name="connsiteY3" fmla="*/ 0 h 9525"/>
              <a:gd name="connsiteX4" fmla="*/ 5086064 w 5086063"/>
              <a:gd name="connsiteY4" fmla="*/ 9525 h 9525"/>
              <a:gd name="connsiteX5" fmla="*/ 4972050 w 5086063"/>
              <a:gd name="connsiteY5" fmla="*/ 9525 h 9525"/>
              <a:gd name="connsiteX6" fmla="*/ 4914900 w 5086063"/>
              <a:gd name="connsiteY6" fmla="*/ 9525 h 9525"/>
              <a:gd name="connsiteX7" fmla="*/ 4914900 w 5086063"/>
              <a:gd name="connsiteY7" fmla="*/ 0 h 9525"/>
              <a:gd name="connsiteX8" fmla="*/ 4972050 w 5086063"/>
              <a:gd name="connsiteY8" fmla="*/ 0 h 9525"/>
              <a:gd name="connsiteX9" fmla="*/ 4972050 w 5086063"/>
              <a:gd name="connsiteY9" fmla="*/ 9525 h 9525"/>
              <a:gd name="connsiteX10" fmla="*/ 4857750 w 5086063"/>
              <a:gd name="connsiteY10" fmla="*/ 9525 h 9525"/>
              <a:gd name="connsiteX11" fmla="*/ 4800600 w 5086063"/>
              <a:gd name="connsiteY11" fmla="*/ 9525 h 9525"/>
              <a:gd name="connsiteX12" fmla="*/ 4800600 w 5086063"/>
              <a:gd name="connsiteY12" fmla="*/ 0 h 9525"/>
              <a:gd name="connsiteX13" fmla="*/ 4857750 w 5086063"/>
              <a:gd name="connsiteY13" fmla="*/ 0 h 9525"/>
              <a:gd name="connsiteX14" fmla="*/ 4857750 w 5086063"/>
              <a:gd name="connsiteY14" fmla="*/ 9525 h 9525"/>
              <a:gd name="connsiteX15" fmla="*/ 4743450 w 5086063"/>
              <a:gd name="connsiteY15" fmla="*/ 9525 h 9525"/>
              <a:gd name="connsiteX16" fmla="*/ 4686300 w 5086063"/>
              <a:gd name="connsiteY16" fmla="*/ 9525 h 9525"/>
              <a:gd name="connsiteX17" fmla="*/ 4686300 w 5086063"/>
              <a:gd name="connsiteY17" fmla="*/ 0 h 9525"/>
              <a:gd name="connsiteX18" fmla="*/ 4743450 w 5086063"/>
              <a:gd name="connsiteY18" fmla="*/ 0 h 9525"/>
              <a:gd name="connsiteX19" fmla="*/ 4743450 w 5086063"/>
              <a:gd name="connsiteY19" fmla="*/ 9525 h 9525"/>
              <a:gd name="connsiteX20" fmla="*/ 4629150 w 5086063"/>
              <a:gd name="connsiteY20" fmla="*/ 9525 h 9525"/>
              <a:gd name="connsiteX21" fmla="*/ 4572000 w 5086063"/>
              <a:gd name="connsiteY21" fmla="*/ 9525 h 9525"/>
              <a:gd name="connsiteX22" fmla="*/ 4572000 w 5086063"/>
              <a:gd name="connsiteY22" fmla="*/ 0 h 9525"/>
              <a:gd name="connsiteX23" fmla="*/ 4629150 w 5086063"/>
              <a:gd name="connsiteY23" fmla="*/ 0 h 9525"/>
              <a:gd name="connsiteX24" fmla="*/ 4629150 w 5086063"/>
              <a:gd name="connsiteY24" fmla="*/ 9525 h 9525"/>
              <a:gd name="connsiteX25" fmla="*/ 4514850 w 5086063"/>
              <a:gd name="connsiteY25" fmla="*/ 9525 h 9525"/>
              <a:gd name="connsiteX26" fmla="*/ 4457700 w 5086063"/>
              <a:gd name="connsiteY26" fmla="*/ 9525 h 9525"/>
              <a:gd name="connsiteX27" fmla="*/ 4457700 w 5086063"/>
              <a:gd name="connsiteY27" fmla="*/ 0 h 9525"/>
              <a:gd name="connsiteX28" fmla="*/ 4514850 w 5086063"/>
              <a:gd name="connsiteY28" fmla="*/ 0 h 9525"/>
              <a:gd name="connsiteX29" fmla="*/ 4514850 w 5086063"/>
              <a:gd name="connsiteY29" fmla="*/ 9525 h 9525"/>
              <a:gd name="connsiteX30" fmla="*/ 4400550 w 5086063"/>
              <a:gd name="connsiteY30" fmla="*/ 9525 h 9525"/>
              <a:gd name="connsiteX31" fmla="*/ 4343400 w 5086063"/>
              <a:gd name="connsiteY31" fmla="*/ 9525 h 9525"/>
              <a:gd name="connsiteX32" fmla="*/ 4343400 w 5086063"/>
              <a:gd name="connsiteY32" fmla="*/ 0 h 9525"/>
              <a:gd name="connsiteX33" fmla="*/ 4400550 w 5086063"/>
              <a:gd name="connsiteY33" fmla="*/ 0 h 9525"/>
              <a:gd name="connsiteX34" fmla="*/ 4400550 w 5086063"/>
              <a:gd name="connsiteY34" fmla="*/ 9525 h 9525"/>
              <a:gd name="connsiteX35" fmla="*/ 4286250 w 5086063"/>
              <a:gd name="connsiteY35" fmla="*/ 9525 h 9525"/>
              <a:gd name="connsiteX36" fmla="*/ 4229100 w 5086063"/>
              <a:gd name="connsiteY36" fmla="*/ 9525 h 9525"/>
              <a:gd name="connsiteX37" fmla="*/ 4229100 w 5086063"/>
              <a:gd name="connsiteY37" fmla="*/ 0 h 9525"/>
              <a:gd name="connsiteX38" fmla="*/ 4286250 w 5086063"/>
              <a:gd name="connsiteY38" fmla="*/ 0 h 9525"/>
              <a:gd name="connsiteX39" fmla="*/ 4286250 w 5086063"/>
              <a:gd name="connsiteY39" fmla="*/ 9525 h 9525"/>
              <a:gd name="connsiteX40" fmla="*/ 4171950 w 5086063"/>
              <a:gd name="connsiteY40" fmla="*/ 9525 h 9525"/>
              <a:gd name="connsiteX41" fmla="*/ 4114800 w 5086063"/>
              <a:gd name="connsiteY41" fmla="*/ 9525 h 9525"/>
              <a:gd name="connsiteX42" fmla="*/ 4114800 w 5086063"/>
              <a:gd name="connsiteY42" fmla="*/ 0 h 9525"/>
              <a:gd name="connsiteX43" fmla="*/ 4171950 w 5086063"/>
              <a:gd name="connsiteY43" fmla="*/ 0 h 9525"/>
              <a:gd name="connsiteX44" fmla="*/ 4171950 w 5086063"/>
              <a:gd name="connsiteY44" fmla="*/ 9525 h 9525"/>
              <a:gd name="connsiteX45" fmla="*/ 4057650 w 5086063"/>
              <a:gd name="connsiteY45" fmla="*/ 9525 h 9525"/>
              <a:gd name="connsiteX46" fmla="*/ 4000500 w 5086063"/>
              <a:gd name="connsiteY46" fmla="*/ 9525 h 9525"/>
              <a:gd name="connsiteX47" fmla="*/ 4000500 w 5086063"/>
              <a:gd name="connsiteY47" fmla="*/ 0 h 9525"/>
              <a:gd name="connsiteX48" fmla="*/ 4057650 w 5086063"/>
              <a:gd name="connsiteY48" fmla="*/ 0 h 9525"/>
              <a:gd name="connsiteX49" fmla="*/ 4057650 w 5086063"/>
              <a:gd name="connsiteY49" fmla="*/ 9525 h 9525"/>
              <a:gd name="connsiteX50" fmla="*/ 3943350 w 5086063"/>
              <a:gd name="connsiteY50" fmla="*/ 9525 h 9525"/>
              <a:gd name="connsiteX51" fmla="*/ 3886200 w 5086063"/>
              <a:gd name="connsiteY51" fmla="*/ 9525 h 9525"/>
              <a:gd name="connsiteX52" fmla="*/ 3886200 w 5086063"/>
              <a:gd name="connsiteY52" fmla="*/ 0 h 9525"/>
              <a:gd name="connsiteX53" fmla="*/ 3943350 w 5086063"/>
              <a:gd name="connsiteY53" fmla="*/ 0 h 9525"/>
              <a:gd name="connsiteX54" fmla="*/ 3943350 w 5086063"/>
              <a:gd name="connsiteY54" fmla="*/ 9525 h 9525"/>
              <a:gd name="connsiteX55" fmla="*/ 3829050 w 5086063"/>
              <a:gd name="connsiteY55" fmla="*/ 9525 h 9525"/>
              <a:gd name="connsiteX56" fmla="*/ 3771900 w 5086063"/>
              <a:gd name="connsiteY56" fmla="*/ 9525 h 9525"/>
              <a:gd name="connsiteX57" fmla="*/ 3771900 w 5086063"/>
              <a:gd name="connsiteY57" fmla="*/ 0 h 9525"/>
              <a:gd name="connsiteX58" fmla="*/ 3829050 w 5086063"/>
              <a:gd name="connsiteY58" fmla="*/ 0 h 9525"/>
              <a:gd name="connsiteX59" fmla="*/ 3829050 w 5086063"/>
              <a:gd name="connsiteY59" fmla="*/ 9525 h 9525"/>
              <a:gd name="connsiteX60" fmla="*/ 3714750 w 5086063"/>
              <a:gd name="connsiteY60" fmla="*/ 9525 h 9525"/>
              <a:gd name="connsiteX61" fmla="*/ 3657600 w 5086063"/>
              <a:gd name="connsiteY61" fmla="*/ 9525 h 9525"/>
              <a:gd name="connsiteX62" fmla="*/ 3657600 w 5086063"/>
              <a:gd name="connsiteY62" fmla="*/ 0 h 9525"/>
              <a:gd name="connsiteX63" fmla="*/ 3714750 w 5086063"/>
              <a:gd name="connsiteY63" fmla="*/ 0 h 9525"/>
              <a:gd name="connsiteX64" fmla="*/ 3714750 w 5086063"/>
              <a:gd name="connsiteY64" fmla="*/ 9525 h 9525"/>
              <a:gd name="connsiteX65" fmla="*/ 3600450 w 5086063"/>
              <a:gd name="connsiteY65" fmla="*/ 9525 h 9525"/>
              <a:gd name="connsiteX66" fmla="*/ 3543300 w 5086063"/>
              <a:gd name="connsiteY66" fmla="*/ 9525 h 9525"/>
              <a:gd name="connsiteX67" fmla="*/ 3543300 w 5086063"/>
              <a:gd name="connsiteY67" fmla="*/ 0 h 9525"/>
              <a:gd name="connsiteX68" fmla="*/ 3600450 w 5086063"/>
              <a:gd name="connsiteY68" fmla="*/ 0 h 9525"/>
              <a:gd name="connsiteX69" fmla="*/ 3600450 w 5086063"/>
              <a:gd name="connsiteY69" fmla="*/ 9525 h 9525"/>
              <a:gd name="connsiteX70" fmla="*/ 3486150 w 5086063"/>
              <a:gd name="connsiteY70" fmla="*/ 9525 h 9525"/>
              <a:gd name="connsiteX71" fmla="*/ 3429000 w 5086063"/>
              <a:gd name="connsiteY71" fmla="*/ 9525 h 9525"/>
              <a:gd name="connsiteX72" fmla="*/ 3429000 w 5086063"/>
              <a:gd name="connsiteY72" fmla="*/ 0 h 9525"/>
              <a:gd name="connsiteX73" fmla="*/ 3486150 w 5086063"/>
              <a:gd name="connsiteY73" fmla="*/ 0 h 9525"/>
              <a:gd name="connsiteX74" fmla="*/ 3486150 w 5086063"/>
              <a:gd name="connsiteY74" fmla="*/ 9525 h 9525"/>
              <a:gd name="connsiteX75" fmla="*/ 3371850 w 5086063"/>
              <a:gd name="connsiteY75" fmla="*/ 9525 h 9525"/>
              <a:gd name="connsiteX76" fmla="*/ 3314700 w 5086063"/>
              <a:gd name="connsiteY76" fmla="*/ 9525 h 9525"/>
              <a:gd name="connsiteX77" fmla="*/ 3314700 w 5086063"/>
              <a:gd name="connsiteY77" fmla="*/ 0 h 9525"/>
              <a:gd name="connsiteX78" fmla="*/ 3371850 w 5086063"/>
              <a:gd name="connsiteY78" fmla="*/ 0 h 9525"/>
              <a:gd name="connsiteX79" fmla="*/ 3371850 w 5086063"/>
              <a:gd name="connsiteY79" fmla="*/ 9525 h 9525"/>
              <a:gd name="connsiteX80" fmla="*/ 3257550 w 5086063"/>
              <a:gd name="connsiteY80" fmla="*/ 9525 h 9525"/>
              <a:gd name="connsiteX81" fmla="*/ 3200400 w 5086063"/>
              <a:gd name="connsiteY81" fmla="*/ 9525 h 9525"/>
              <a:gd name="connsiteX82" fmla="*/ 3200400 w 5086063"/>
              <a:gd name="connsiteY82" fmla="*/ 0 h 9525"/>
              <a:gd name="connsiteX83" fmla="*/ 3257550 w 5086063"/>
              <a:gd name="connsiteY83" fmla="*/ 0 h 9525"/>
              <a:gd name="connsiteX84" fmla="*/ 3257550 w 5086063"/>
              <a:gd name="connsiteY84" fmla="*/ 9525 h 9525"/>
              <a:gd name="connsiteX85" fmla="*/ 3143250 w 5086063"/>
              <a:gd name="connsiteY85" fmla="*/ 9525 h 9525"/>
              <a:gd name="connsiteX86" fmla="*/ 3086100 w 5086063"/>
              <a:gd name="connsiteY86" fmla="*/ 9525 h 9525"/>
              <a:gd name="connsiteX87" fmla="*/ 3086100 w 5086063"/>
              <a:gd name="connsiteY87" fmla="*/ 0 h 9525"/>
              <a:gd name="connsiteX88" fmla="*/ 3143250 w 5086063"/>
              <a:gd name="connsiteY88" fmla="*/ 0 h 9525"/>
              <a:gd name="connsiteX89" fmla="*/ 3143250 w 5086063"/>
              <a:gd name="connsiteY89" fmla="*/ 9525 h 9525"/>
              <a:gd name="connsiteX90" fmla="*/ 3028950 w 5086063"/>
              <a:gd name="connsiteY90" fmla="*/ 9525 h 9525"/>
              <a:gd name="connsiteX91" fmla="*/ 2971800 w 5086063"/>
              <a:gd name="connsiteY91" fmla="*/ 9525 h 9525"/>
              <a:gd name="connsiteX92" fmla="*/ 2971800 w 5086063"/>
              <a:gd name="connsiteY92" fmla="*/ 0 h 9525"/>
              <a:gd name="connsiteX93" fmla="*/ 3028950 w 5086063"/>
              <a:gd name="connsiteY93" fmla="*/ 0 h 9525"/>
              <a:gd name="connsiteX94" fmla="*/ 3028950 w 5086063"/>
              <a:gd name="connsiteY94" fmla="*/ 9525 h 9525"/>
              <a:gd name="connsiteX95" fmla="*/ 2914650 w 5086063"/>
              <a:gd name="connsiteY95" fmla="*/ 9525 h 9525"/>
              <a:gd name="connsiteX96" fmla="*/ 2857500 w 5086063"/>
              <a:gd name="connsiteY96" fmla="*/ 9525 h 9525"/>
              <a:gd name="connsiteX97" fmla="*/ 2857500 w 5086063"/>
              <a:gd name="connsiteY97" fmla="*/ 0 h 9525"/>
              <a:gd name="connsiteX98" fmla="*/ 2914650 w 5086063"/>
              <a:gd name="connsiteY98" fmla="*/ 0 h 9525"/>
              <a:gd name="connsiteX99" fmla="*/ 2914650 w 5086063"/>
              <a:gd name="connsiteY99" fmla="*/ 9525 h 9525"/>
              <a:gd name="connsiteX100" fmla="*/ 2800350 w 5086063"/>
              <a:gd name="connsiteY100" fmla="*/ 9525 h 9525"/>
              <a:gd name="connsiteX101" fmla="*/ 2743200 w 5086063"/>
              <a:gd name="connsiteY101" fmla="*/ 9525 h 9525"/>
              <a:gd name="connsiteX102" fmla="*/ 2743200 w 5086063"/>
              <a:gd name="connsiteY102" fmla="*/ 0 h 9525"/>
              <a:gd name="connsiteX103" fmla="*/ 2800350 w 5086063"/>
              <a:gd name="connsiteY103" fmla="*/ 0 h 9525"/>
              <a:gd name="connsiteX104" fmla="*/ 2800350 w 5086063"/>
              <a:gd name="connsiteY104" fmla="*/ 9525 h 9525"/>
              <a:gd name="connsiteX105" fmla="*/ 2686050 w 5086063"/>
              <a:gd name="connsiteY105" fmla="*/ 9525 h 9525"/>
              <a:gd name="connsiteX106" fmla="*/ 2628900 w 5086063"/>
              <a:gd name="connsiteY106" fmla="*/ 9525 h 9525"/>
              <a:gd name="connsiteX107" fmla="*/ 2628900 w 5086063"/>
              <a:gd name="connsiteY107" fmla="*/ 0 h 9525"/>
              <a:gd name="connsiteX108" fmla="*/ 2686050 w 5086063"/>
              <a:gd name="connsiteY108" fmla="*/ 0 h 9525"/>
              <a:gd name="connsiteX109" fmla="*/ 2686050 w 5086063"/>
              <a:gd name="connsiteY109" fmla="*/ 9525 h 9525"/>
              <a:gd name="connsiteX110" fmla="*/ 2571750 w 5086063"/>
              <a:gd name="connsiteY110" fmla="*/ 9525 h 9525"/>
              <a:gd name="connsiteX111" fmla="*/ 2514600 w 5086063"/>
              <a:gd name="connsiteY111" fmla="*/ 9525 h 9525"/>
              <a:gd name="connsiteX112" fmla="*/ 2514600 w 5086063"/>
              <a:gd name="connsiteY112" fmla="*/ 0 h 9525"/>
              <a:gd name="connsiteX113" fmla="*/ 2571750 w 5086063"/>
              <a:gd name="connsiteY113" fmla="*/ 0 h 9525"/>
              <a:gd name="connsiteX114" fmla="*/ 2571750 w 5086063"/>
              <a:gd name="connsiteY114" fmla="*/ 9525 h 9525"/>
              <a:gd name="connsiteX115" fmla="*/ 2457450 w 5086063"/>
              <a:gd name="connsiteY115" fmla="*/ 9525 h 9525"/>
              <a:gd name="connsiteX116" fmla="*/ 2400300 w 5086063"/>
              <a:gd name="connsiteY116" fmla="*/ 9525 h 9525"/>
              <a:gd name="connsiteX117" fmla="*/ 2400300 w 5086063"/>
              <a:gd name="connsiteY117" fmla="*/ 0 h 9525"/>
              <a:gd name="connsiteX118" fmla="*/ 2457450 w 5086063"/>
              <a:gd name="connsiteY118" fmla="*/ 0 h 9525"/>
              <a:gd name="connsiteX119" fmla="*/ 2457450 w 5086063"/>
              <a:gd name="connsiteY119" fmla="*/ 9525 h 9525"/>
              <a:gd name="connsiteX120" fmla="*/ 2343150 w 5086063"/>
              <a:gd name="connsiteY120" fmla="*/ 9525 h 9525"/>
              <a:gd name="connsiteX121" fmla="*/ 2286000 w 5086063"/>
              <a:gd name="connsiteY121" fmla="*/ 9525 h 9525"/>
              <a:gd name="connsiteX122" fmla="*/ 2286000 w 5086063"/>
              <a:gd name="connsiteY122" fmla="*/ 0 h 9525"/>
              <a:gd name="connsiteX123" fmla="*/ 2343150 w 5086063"/>
              <a:gd name="connsiteY123" fmla="*/ 0 h 9525"/>
              <a:gd name="connsiteX124" fmla="*/ 2343150 w 5086063"/>
              <a:gd name="connsiteY124" fmla="*/ 9525 h 9525"/>
              <a:gd name="connsiteX125" fmla="*/ 2228850 w 5086063"/>
              <a:gd name="connsiteY125" fmla="*/ 9525 h 9525"/>
              <a:gd name="connsiteX126" fmla="*/ 2171700 w 5086063"/>
              <a:gd name="connsiteY126" fmla="*/ 9525 h 9525"/>
              <a:gd name="connsiteX127" fmla="*/ 2171700 w 5086063"/>
              <a:gd name="connsiteY127" fmla="*/ 0 h 9525"/>
              <a:gd name="connsiteX128" fmla="*/ 2228850 w 5086063"/>
              <a:gd name="connsiteY128" fmla="*/ 0 h 9525"/>
              <a:gd name="connsiteX129" fmla="*/ 2228850 w 5086063"/>
              <a:gd name="connsiteY129" fmla="*/ 9525 h 9525"/>
              <a:gd name="connsiteX130" fmla="*/ 2114550 w 5086063"/>
              <a:gd name="connsiteY130" fmla="*/ 9525 h 9525"/>
              <a:gd name="connsiteX131" fmla="*/ 2057400 w 5086063"/>
              <a:gd name="connsiteY131" fmla="*/ 9525 h 9525"/>
              <a:gd name="connsiteX132" fmla="*/ 2057400 w 5086063"/>
              <a:gd name="connsiteY132" fmla="*/ 0 h 9525"/>
              <a:gd name="connsiteX133" fmla="*/ 2114550 w 5086063"/>
              <a:gd name="connsiteY133" fmla="*/ 0 h 9525"/>
              <a:gd name="connsiteX134" fmla="*/ 2114550 w 5086063"/>
              <a:gd name="connsiteY134" fmla="*/ 9525 h 9525"/>
              <a:gd name="connsiteX135" fmla="*/ 2000250 w 5086063"/>
              <a:gd name="connsiteY135" fmla="*/ 9525 h 9525"/>
              <a:gd name="connsiteX136" fmla="*/ 1943100 w 5086063"/>
              <a:gd name="connsiteY136" fmla="*/ 9525 h 9525"/>
              <a:gd name="connsiteX137" fmla="*/ 1943100 w 5086063"/>
              <a:gd name="connsiteY137" fmla="*/ 0 h 9525"/>
              <a:gd name="connsiteX138" fmla="*/ 2000250 w 5086063"/>
              <a:gd name="connsiteY138" fmla="*/ 0 h 9525"/>
              <a:gd name="connsiteX139" fmla="*/ 2000250 w 5086063"/>
              <a:gd name="connsiteY139" fmla="*/ 9525 h 9525"/>
              <a:gd name="connsiteX140" fmla="*/ 1885950 w 5086063"/>
              <a:gd name="connsiteY140" fmla="*/ 9525 h 9525"/>
              <a:gd name="connsiteX141" fmla="*/ 1828800 w 5086063"/>
              <a:gd name="connsiteY141" fmla="*/ 9525 h 9525"/>
              <a:gd name="connsiteX142" fmla="*/ 1828800 w 5086063"/>
              <a:gd name="connsiteY142" fmla="*/ 0 h 9525"/>
              <a:gd name="connsiteX143" fmla="*/ 1885950 w 5086063"/>
              <a:gd name="connsiteY143" fmla="*/ 0 h 9525"/>
              <a:gd name="connsiteX144" fmla="*/ 1885950 w 5086063"/>
              <a:gd name="connsiteY144" fmla="*/ 9525 h 9525"/>
              <a:gd name="connsiteX145" fmla="*/ 1771650 w 5086063"/>
              <a:gd name="connsiteY145" fmla="*/ 9525 h 9525"/>
              <a:gd name="connsiteX146" fmla="*/ 1714500 w 5086063"/>
              <a:gd name="connsiteY146" fmla="*/ 9525 h 9525"/>
              <a:gd name="connsiteX147" fmla="*/ 1714500 w 5086063"/>
              <a:gd name="connsiteY147" fmla="*/ 0 h 9525"/>
              <a:gd name="connsiteX148" fmla="*/ 1771650 w 5086063"/>
              <a:gd name="connsiteY148" fmla="*/ 0 h 9525"/>
              <a:gd name="connsiteX149" fmla="*/ 1771650 w 5086063"/>
              <a:gd name="connsiteY149" fmla="*/ 9525 h 9525"/>
              <a:gd name="connsiteX150" fmla="*/ 1657350 w 5086063"/>
              <a:gd name="connsiteY150" fmla="*/ 9525 h 9525"/>
              <a:gd name="connsiteX151" fmla="*/ 1600200 w 5086063"/>
              <a:gd name="connsiteY151" fmla="*/ 9525 h 9525"/>
              <a:gd name="connsiteX152" fmla="*/ 1600200 w 5086063"/>
              <a:gd name="connsiteY152" fmla="*/ 0 h 9525"/>
              <a:gd name="connsiteX153" fmla="*/ 1657350 w 5086063"/>
              <a:gd name="connsiteY153" fmla="*/ 0 h 9525"/>
              <a:gd name="connsiteX154" fmla="*/ 1657350 w 5086063"/>
              <a:gd name="connsiteY154" fmla="*/ 9525 h 9525"/>
              <a:gd name="connsiteX155" fmla="*/ 1543050 w 5086063"/>
              <a:gd name="connsiteY155" fmla="*/ 9525 h 9525"/>
              <a:gd name="connsiteX156" fmla="*/ 1485900 w 5086063"/>
              <a:gd name="connsiteY156" fmla="*/ 9525 h 9525"/>
              <a:gd name="connsiteX157" fmla="*/ 1485900 w 5086063"/>
              <a:gd name="connsiteY157" fmla="*/ 0 h 9525"/>
              <a:gd name="connsiteX158" fmla="*/ 1543050 w 5086063"/>
              <a:gd name="connsiteY158" fmla="*/ 0 h 9525"/>
              <a:gd name="connsiteX159" fmla="*/ 1543050 w 5086063"/>
              <a:gd name="connsiteY159" fmla="*/ 9525 h 9525"/>
              <a:gd name="connsiteX160" fmla="*/ 1428750 w 5086063"/>
              <a:gd name="connsiteY160" fmla="*/ 9525 h 9525"/>
              <a:gd name="connsiteX161" fmla="*/ 1371600 w 5086063"/>
              <a:gd name="connsiteY161" fmla="*/ 9525 h 9525"/>
              <a:gd name="connsiteX162" fmla="*/ 1371600 w 5086063"/>
              <a:gd name="connsiteY162" fmla="*/ 0 h 9525"/>
              <a:gd name="connsiteX163" fmla="*/ 1428750 w 5086063"/>
              <a:gd name="connsiteY163" fmla="*/ 0 h 9525"/>
              <a:gd name="connsiteX164" fmla="*/ 1428750 w 5086063"/>
              <a:gd name="connsiteY164" fmla="*/ 9525 h 9525"/>
              <a:gd name="connsiteX165" fmla="*/ 1314450 w 5086063"/>
              <a:gd name="connsiteY165" fmla="*/ 9525 h 9525"/>
              <a:gd name="connsiteX166" fmla="*/ 1257300 w 5086063"/>
              <a:gd name="connsiteY166" fmla="*/ 9525 h 9525"/>
              <a:gd name="connsiteX167" fmla="*/ 1257300 w 5086063"/>
              <a:gd name="connsiteY167" fmla="*/ 0 h 9525"/>
              <a:gd name="connsiteX168" fmla="*/ 1314450 w 5086063"/>
              <a:gd name="connsiteY168" fmla="*/ 0 h 9525"/>
              <a:gd name="connsiteX169" fmla="*/ 1314450 w 5086063"/>
              <a:gd name="connsiteY169" fmla="*/ 9525 h 9525"/>
              <a:gd name="connsiteX170" fmla="*/ 1200150 w 5086063"/>
              <a:gd name="connsiteY170" fmla="*/ 9525 h 9525"/>
              <a:gd name="connsiteX171" fmla="*/ 1143000 w 5086063"/>
              <a:gd name="connsiteY171" fmla="*/ 9525 h 9525"/>
              <a:gd name="connsiteX172" fmla="*/ 1143000 w 5086063"/>
              <a:gd name="connsiteY172" fmla="*/ 0 h 9525"/>
              <a:gd name="connsiteX173" fmla="*/ 1200150 w 5086063"/>
              <a:gd name="connsiteY173" fmla="*/ 0 h 9525"/>
              <a:gd name="connsiteX174" fmla="*/ 1200150 w 5086063"/>
              <a:gd name="connsiteY174" fmla="*/ 9525 h 9525"/>
              <a:gd name="connsiteX175" fmla="*/ 1085850 w 5086063"/>
              <a:gd name="connsiteY175" fmla="*/ 9525 h 9525"/>
              <a:gd name="connsiteX176" fmla="*/ 1028700 w 5086063"/>
              <a:gd name="connsiteY176" fmla="*/ 9525 h 9525"/>
              <a:gd name="connsiteX177" fmla="*/ 1028700 w 5086063"/>
              <a:gd name="connsiteY177" fmla="*/ 0 h 9525"/>
              <a:gd name="connsiteX178" fmla="*/ 1085850 w 5086063"/>
              <a:gd name="connsiteY178" fmla="*/ 0 h 9525"/>
              <a:gd name="connsiteX179" fmla="*/ 1085850 w 5086063"/>
              <a:gd name="connsiteY179" fmla="*/ 9525 h 9525"/>
              <a:gd name="connsiteX180" fmla="*/ 971550 w 5086063"/>
              <a:gd name="connsiteY180" fmla="*/ 9525 h 9525"/>
              <a:gd name="connsiteX181" fmla="*/ 914400 w 5086063"/>
              <a:gd name="connsiteY181" fmla="*/ 9525 h 9525"/>
              <a:gd name="connsiteX182" fmla="*/ 914400 w 5086063"/>
              <a:gd name="connsiteY182" fmla="*/ 0 h 9525"/>
              <a:gd name="connsiteX183" fmla="*/ 971550 w 5086063"/>
              <a:gd name="connsiteY183" fmla="*/ 0 h 9525"/>
              <a:gd name="connsiteX184" fmla="*/ 971550 w 5086063"/>
              <a:gd name="connsiteY184" fmla="*/ 9525 h 9525"/>
              <a:gd name="connsiteX185" fmla="*/ 857250 w 5086063"/>
              <a:gd name="connsiteY185" fmla="*/ 9525 h 9525"/>
              <a:gd name="connsiteX186" fmla="*/ 800100 w 5086063"/>
              <a:gd name="connsiteY186" fmla="*/ 9525 h 9525"/>
              <a:gd name="connsiteX187" fmla="*/ 800100 w 5086063"/>
              <a:gd name="connsiteY187" fmla="*/ 0 h 9525"/>
              <a:gd name="connsiteX188" fmla="*/ 857250 w 5086063"/>
              <a:gd name="connsiteY188" fmla="*/ 0 h 9525"/>
              <a:gd name="connsiteX189" fmla="*/ 857250 w 5086063"/>
              <a:gd name="connsiteY189" fmla="*/ 9525 h 9525"/>
              <a:gd name="connsiteX190" fmla="*/ 742950 w 5086063"/>
              <a:gd name="connsiteY190" fmla="*/ 9525 h 9525"/>
              <a:gd name="connsiteX191" fmla="*/ 685800 w 5086063"/>
              <a:gd name="connsiteY191" fmla="*/ 9525 h 9525"/>
              <a:gd name="connsiteX192" fmla="*/ 685800 w 5086063"/>
              <a:gd name="connsiteY192" fmla="*/ 0 h 9525"/>
              <a:gd name="connsiteX193" fmla="*/ 742950 w 5086063"/>
              <a:gd name="connsiteY193" fmla="*/ 0 h 9525"/>
              <a:gd name="connsiteX194" fmla="*/ 742950 w 5086063"/>
              <a:gd name="connsiteY194" fmla="*/ 9525 h 9525"/>
              <a:gd name="connsiteX195" fmla="*/ 628650 w 5086063"/>
              <a:gd name="connsiteY195" fmla="*/ 9525 h 9525"/>
              <a:gd name="connsiteX196" fmla="*/ 571500 w 5086063"/>
              <a:gd name="connsiteY196" fmla="*/ 9525 h 9525"/>
              <a:gd name="connsiteX197" fmla="*/ 571500 w 5086063"/>
              <a:gd name="connsiteY197" fmla="*/ 0 h 9525"/>
              <a:gd name="connsiteX198" fmla="*/ 628650 w 5086063"/>
              <a:gd name="connsiteY198" fmla="*/ 0 h 9525"/>
              <a:gd name="connsiteX199" fmla="*/ 628650 w 5086063"/>
              <a:gd name="connsiteY199" fmla="*/ 9525 h 9525"/>
              <a:gd name="connsiteX200" fmla="*/ 514350 w 5086063"/>
              <a:gd name="connsiteY200" fmla="*/ 9525 h 9525"/>
              <a:gd name="connsiteX201" fmla="*/ 457200 w 5086063"/>
              <a:gd name="connsiteY201" fmla="*/ 9525 h 9525"/>
              <a:gd name="connsiteX202" fmla="*/ 457200 w 5086063"/>
              <a:gd name="connsiteY202" fmla="*/ 0 h 9525"/>
              <a:gd name="connsiteX203" fmla="*/ 514350 w 5086063"/>
              <a:gd name="connsiteY203" fmla="*/ 0 h 9525"/>
              <a:gd name="connsiteX204" fmla="*/ 514350 w 5086063"/>
              <a:gd name="connsiteY204" fmla="*/ 9525 h 9525"/>
              <a:gd name="connsiteX205" fmla="*/ 400050 w 5086063"/>
              <a:gd name="connsiteY205" fmla="*/ 9525 h 9525"/>
              <a:gd name="connsiteX206" fmla="*/ 342900 w 5086063"/>
              <a:gd name="connsiteY206" fmla="*/ 9525 h 9525"/>
              <a:gd name="connsiteX207" fmla="*/ 342900 w 5086063"/>
              <a:gd name="connsiteY207" fmla="*/ 0 h 9525"/>
              <a:gd name="connsiteX208" fmla="*/ 400050 w 5086063"/>
              <a:gd name="connsiteY208" fmla="*/ 0 h 9525"/>
              <a:gd name="connsiteX209" fmla="*/ 400050 w 5086063"/>
              <a:gd name="connsiteY209" fmla="*/ 9525 h 9525"/>
              <a:gd name="connsiteX210" fmla="*/ 285750 w 5086063"/>
              <a:gd name="connsiteY210" fmla="*/ 9525 h 9525"/>
              <a:gd name="connsiteX211" fmla="*/ 228600 w 5086063"/>
              <a:gd name="connsiteY211" fmla="*/ 9525 h 9525"/>
              <a:gd name="connsiteX212" fmla="*/ 228600 w 5086063"/>
              <a:gd name="connsiteY212" fmla="*/ 0 h 9525"/>
              <a:gd name="connsiteX213" fmla="*/ 285750 w 5086063"/>
              <a:gd name="connsiteY213" fmla="*/ 0 h 9525"/>
              <a:gd name="connsiteX214" fmla="*/ 285750 w 5086063"/>
              <a:gd name="connsiteY214" fmla="*/ 9525 h 9525"/>
              <a:gd name="connsiteX215" fmla="*/ 171450 w 5086063"/>
              <a:gd name="connsiteY215" fmla="*/ 9525 h 9525"/>
              <a:gd name="connsiteX216" fmla="*/ 114300 w 5086063"/>
              <a:gd name="connsiteY216" fmla="*/ 9525 h 9525"/>
              <a:gd name="connsiteX217" fmla="*/ 114300 w 5086063"/>
              <a:gd name="connsiteY217" fmla="*/ 0 h 9525"/>
              <a:gd name="connsiteX218" fmla="*/ 171450 w 5086063"/>
              <a:gd name="connsiteY218" fmla="*/ 0 h 9525"/>
              <a:gd name="connsiteX219" fmla="*/ 171450 w 5086063"/>
              <a:gd name="connsiteY219" fmla="*/ 9525 h 9525"/>
              <a:gd name="connsiteX220" fmla="*/ 57150 w 5086063"/>
              <a:gd name="connsiteY220" fmla="*/ 9525 h 9525"/>
              <a:gd name="connsiteX221" fmla="*/ 0 w 5086063"/>
              <a:gd name="connsiteY221" fmla="*/ 9525 h 9525"/>
              <a:gd name="connsiteX222" fmla="*/ 0 w 5086063"/>
              <a:gd name="connsiteY222" fmla="*/ 0 h 9525"/>
              <a:gd name="connsiteX223" fmla="*/ 57150 w 5086063"/>
              <a:gd name="connsiteY223" fmla="*/ 0 h 9525"/>
              <a:gd name="connsiteX224" fmla="*/ 57150 w 5086063"/>
              <a:gd name="connsiteY224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086063" h="9525">
                <a:moveTo>
                  <a:pt x="5086064" y="9525"/>
                </a:moveTo>
                <a:lnTo>
                  <a:pt x="5029200" y="9525"/>
                </a:lnTo>
                <a:lnTo>
                  <a:pt x="5029200" y="0"/>
                </a:lnTo>
                <a:lnTo>
                  <a:pt x="5086064" y="0"/>
                </a:lnTo>
                <a:lnTo>
                  <a:pt x="5086064" y="9525"/>
                </a:lnTo>
                <a:close/>
                <a:moveTo>
                  <a:pt x="4972050" y="9525"/>
                </a:moveTo>
                <a:lnTo>
                  <a:pt x="4914900" y="9525"/>
                </a:lnTo>
                <a:lnTo>
                  <a:pt x="4914900" y="0"/>
                </a:lnTo>
                <a:lnTo>
                  <a:pt x="4972050" y="0"/>
                </a:lnTo>
                <a:lnTo>
                  <a:pt x="4972050" y="9525"/>
                </a:lnTo>
                <a:close/>
                <a:moveTo>
                  <a:pt x="4857750" y="9525"/>
                </a:moveTo>
                <a:lnTo>
                  <a:pt x="4800600" y="9525"/>
                </a:lnTo>
                <a:lnTo>
                  <a:pt x="4800600" y="0"/>
                </a:lnTo>
                <a:lnTo>
                  <a:pt x="4857750" y="0"/>
                </a:lnTo>
                <a:lnTo>
                  <a:pt x="4857750" y="9525"/>
                </a:lnTo>
                <a:close/>
                <a:moveTo>
                  <a:pt x="4743450" y="9525"/>
                </a:moveTo>
                <a:lnTo>
                  <a:pt x="4686300" y="9525"/>
                </a:lnTo>
                <a:lnTo>
                  <a:pt x="4686300" y="0"/>
                </a:lnTo>
                <a:lnTo>
                  <a:pt x="4743450" y="0"/>
                </a:lnTo>
                <a:lnTo>
                  <a:pt x="4743450" y="9525"/>
                </a:lnTo>
                <a:close/>
                <a:moveTo>
                  <a:pt x="4629150" y="9525"/>
                </a:moveTo>
                <a:lnTo>
                  <a:pt x="4572000" y="9525"/>
                </a:lnTo>
                <a:lnTo>
                  <a:pt x="4572000" y="0"/>
                </a:lnTo>
                <a:lnTo>
                  <a:pt x="4629150" y="0"/>
                </a:lnTo>
                <a:lnTo>
                  <a:pt x="4629150" y="9525"/>
                </a:lnTo>
                <a:close/>
                <a:moveTo>
                  <a:pt x="4514850" y="9525"/>
                </a:moveTo>
                <a:lnTo>
                  <a:pt x="4457700" y="9525"/>
                </a:lnTo>
                <a:lnTo>
                  <a:pt x="4457700" y="0"/>
                </a:lnTo>
                <a:lnTo>
                  <a:pt x="4514850" y="0"/>
                </a:lnTo>
                <a:lnTo>
                  <a:pt x="4514850" y="9525"/>
                </a:lnTo>
                <a:close/>
                <a:moveTo>
                  <a:pt x="4400550" y="9525"/>
                </a:moveTo>
                <a:lnTo>
                  <a:pt x="4343400" y="9525"/>
                </a:lnTo>
                <a:lnTo>
                  <a:pt x="4343400" y="0"/>
                </a:lnTo>
                <a:lnTo>
                  <a:pt x="4400550" y="0"/>
                </a:lnTo>
                <a:lnTo>
                  <a:pt x="4400550" y="9525"/>
                </a:lnTo>
                <a:close/>
                <a:moveTo>
                  <a:pt x="4286250" y="9525"/>
                </a:moveTo>
                <a:lnTo>
                  <a:pt x="4229100" y="9525"/>
                </a:lnTo>
                <a:lnTo>
                  <a:pt x="4229100" y="0"/>
                </a:lnTo>
                <a:lnTo>
                  <a:pt x="4286250" y="0"/>
                </a:lnTo>
                <a:lnTo>
                  <a:pt x="4286250" y="9525"/>
                </a:lnTo>
                <a:close/>
                <a:moveTo>
                  <a:pt x="4171950" y="9525"/>
                </a:moveTo>
                <a:lnTo>
                  <a:pt x="4114800" y="9525"/>
                </a:lnTo>
                <a:lnTo>
                  <a:pt x="4114800" y="0"/>
                </a:lnTo>
                <a:lnTo>
                  <a:pt x="4171950" y="0"/>
                </a:lnTo>
                <a:lnTo>
                  <a:pt x="4171950" y="9525"/>
                </a:lnTo>
                <a:close/>
                <a:moveTo>
                  <a:pt x="4057650" y="9525"/>
                </a:moveTo>
                <a:lnTo>
                  <a:pt x="4000500" y="9525"/>
                </a:lnTo>
                <a:lnTo>
                  <a:pt x="4000500" y="0"/>
                </a:lnTo>
                <a:lnTo>
                  <a:pt x="4057650" y="0"/>
                </a:lnTo>
                <a:lnTo>
                  <a:pt x="4057650" y="9525"/>
                </a:lnTo>
                <a:close/>
                <a:moveTo>
                  <a:pt x="3943350" y="9525"/>
                </a:moveTo>
                <a:lnTo>
                  <a:pt x="3886200" y="9525"/>
                </a:lnTo>
                <a:lnTo>
                  <a:pt x="3886200" y="0"/>
                </a:lnTo>
                <a:lnTo>
                  <a:pt x="3943350" y="0"/>
                </a:lnTo>
                <a:lnTo>
                  <a:pt x="3943350" y="9525"/>
                </a:lnTo>
                <a:close/>
                <a:moveTo>
                  <a:pt x="3829050" y="9525"/>
                </a:moveTo>
                <a:lnTo>
                  <a:pt x="3771900" y="9525"/>
                </a:lnTo>
                <a:lnTo>
                  <a:pt x="3771900" y="0"/>
                </a:lnTo>
                <a:lnTo>
                  <a:pt x="3829050" y="0"/>
                </a:lnTo>
                <a:lnTo>
                  <a:pt x="3829050" y="9525"/>
                </a:lnTo>
                <a:close/>
                <a:moveTo>
                  <a:pt x="3714750" y="9525"/>
                </a:moveTo>
                <a:lnTo>
                  <a:pt x="3657600" y="9525"/>
                </a:lnTo>
                <a:lnTo>
                  <a:pt x="3657600" y="0"/>
                </a:lnTo>
                <a:lnTo>
                  <a:pt x="3714750" y="0"/>
                </a:lnTo>
                <a:lnTo>
                  <a:pt x="3714750" y="9525"/>
                </a:lnTo>
                <a:close/>
                <a:moveTo>
                  <a:pt x="3600450" y="9525"/>
                </a:moveTo>
                <a:lnTo>
                  <a:pt x="3543300" y="9525"/>
                </a:lnTo>
                <a:lnTo>
                  <a:pt x="3543300" y="0"/>
                </a:lnTo>
                <a:lnTo>
                  <a:pt x="3600450" y="0"/>
                </a:lnTo>
                <a:lnTo>
                  <a:pt x="3600450" y="9525"/>
                </a:lnTo>
                <a:close/>
                <a:moveTo>
                  <a:pt x="3486150" y="9525"/>
                </a:moveTo>
                <a:lnTo>
                  <a:pt x="3429000" y="9525"/>
                </a:lnTo>
                <a:lnTo>
                  <a:pt x="3429000" y="0"/>
                </a:lnTo>
                <a:lnTo>
                  <a:pt x="3486150" y="0"/>
                </a:lnTo>
                <a:lnTo>
                  <a:pt x="3486150" y="9525"/>
                </a:lnTo>
                <a:close/>
                <a:moveTo>
                  <a:pt x="3371850" y="9525"/>
                </a:moveTo>
                <a:lnTo>
                  <a:pt x="3314700" y="9525"/>
                </a:lnTo>
                <a:lnTo>
                  <a:pt x="3314700" y="0"/>
                </a:lnTo>
                <a:lnTo>
                  <a:pt x="3371850" y="0"/>
                </a:lnTo>
                <a:lnTo>
                  <a:pt x="3371850" y="9525"/>
                </a:lnTo>
                <a:close/>
                <a:moveTo>
                  <a:pt x="3257550" y="9525"/>
                </a:moveTo>
                <a:lnTo>
                  <a:pt x="3200400" y="9525"/>
                </a:lnTo>
                <a:lnTo>
                  <a:pt x="3200400" y="0"/>
                </a:lnTo>
                <a:lnTo>
                  <a:pt x="3257550" y="0"/>
                </a:lnTo>
                <a:lnTo>
                  <a:pt x="3257550" y="9525"/>
                </a:lnTo>
                <a:close/>
                <a:moveTo>
                  <a:pt x="3143250" y="9525"/>
                </a:moveTo>
                <a:lnTo>
                  <a:pt x="3086100" y="9525"/>
                </a:lnTo>
                <a:lnTo>
                  <a:pt x="3086100" y="0"/>
                </a:lnTo>
                <a:lnTo>
                  <a:pt x="3143250" y="0"/>
                </a:lnTo>
                <a:lnTo>
                  <a:pt x="3143250" y="9525"/>
                </a:lnTo>
                <a:close/>
                <a:moveTo>
                  <a:pt x="3028950" y="9525"/>
                </a:moveTo>
                <a:lnTo>
                  <a:pt x="2971800" y="9525"/>
                </a:lnTo>
                <a:lnTo>
                  <a:pt x="2971800" y="0"/>
                </a:lnTo>
                <a:lnTo>
                  <a:pt x="3028950" y="0"/>
                </a:lnTo>
                <a:lnTo>
                  <a:pt x="3028950" y="9525"/>
                </a:lnTo>
                <a:close/>
                <a:moveTo>
                  <a:pt x="2914650" y="9525"/>
                </a:moveTo>
                <a:lnTo>
                  <a:pt x="2857500" y="9525"/>
                </a:lnTo>
                <a:lnTo>
                  <a:pt x="2857500" y="0"/>
                </a:lnTo>
                <a:lnTo>
                  <a:pt x="2914650" y="0"/>
                </a:lnTo>
                <a:lnTo>
                  <a:pt x="2914650" y="9525"/>
                </a:lnTo>
                <a:close/>
                <a:moveTo>
                  <a:pt x="2800350" y="9525"/>
                </a:moveTo>
                <a:lnTo>
                  <a:pt x="2743200" y="9525"/>
                </a:lnTo>
                <a:lnTo>
                  <a:pt x="2743200" y="0"/>
                </a:lnTo>
                <a:lnTo>
                  <a:pt x="2800350" y="0"/>
                </a:lnTo>
                <a:lnTo>
                  <a:pt x="2800350" y="9525"/>
                </a:lnTo>
                <a:close/>
                <a:moveTo>
                  <a:pt x="2686050" y="9525"/>
                </a:moveTo>
                <a:lnTo>
                  <a:pt x="2628900" y="9525"/>
                </a:lnTo>
                <a:lnTo>
                  <a:pt x="2628900" y="0"/>
                </a:lnTo>
                <a:lnTo>
                  <a:pt x="2686050" y="0"/>
                </a:lnTo>
                <a:lnTo>
                  <a:pt x="2686050" y="9525"/>
                </a:lnTo>
                <a:close/>
                <a:moveTo>
                  <a:pt x="2571750" y="9525"/>
                </a:moveTo>
                <a:lnTo>
                  <a:pt x="2514600" y="9525"/>
                </a:lnTo>
                <a:lnTo>
                  <a:pt x="2514600" y="0"/>
                </a:lnTo>
                <a:lnTo>
                  <a:pt x="2571750" y="0"/>
                </a:lnTo>
                <a:lnTo>
                  <a:pt x="2571750" y="9525"/>
                </a:lnTo>
                <a:close/>
                <a:moveTo>
                  <a:pt x="2457450" y="9525"/>
                </a:moveTo>
                <a:lnTo>
                  <a:pt x="2400300" y="9525"/>
                </a:lnTo>
                <a:lnTo>
                  <a:pt x="2400300" y="0"/>
                </a:lnTo>
                <a:lnTo>
                  <a:pt x="2457450" y="0"/>
                </a:lnTo>
                <a:lnTo>
                  <a:pt x="2457450" y="9525"/>
                </a:lnTo>
                <a:close/>
                <a:moveTo>
                  <a:pt x="2343150" y="9525"/>
                </a:moveTo>
                <a:lnTo>
                  <a:pt x="2286000" y="9525"/>
                </a:lnTo>
                <a:lnTo>
                  <a:pt x="2286000" y="0"/>
                </a:lnTo>
                <a:lnTo>
                  <a:pt x="2343150" y="0"/>
                </a:lnTo>
                <a:lnTo>
                  <a:pt x="2343150" y="9525"/>
                </a:lnTo>
                <a:close/>
                <a:moveTo>
                  <a:pt x="2228850" y="9525"/>
                </a:moveTo>
                <a:lnTo>
                  <a:pt x="2171700" y="9525"/>
                </a:lnTo>
                <a:lnTo>
                  <a:pt x="2171700" y="0"/>
                </a:lnTo>
                <a:lnTo>
                  <a:pt x="2228850" y="0"/>
                </a:lnTo>
                <a:lnTo>
                  <a:pt x="2228850" y="9525"/>
                </a:lnTo>
                <a:close/>
                <a:moveTo>
                  <a:pt x="2114550" y="9525"/>
                </a:moveTo>
                <a:lnTo>
                  <a:pt x="2057400" y="9525"/>
                </a:lnTo>
                <a:lnTo>
                  <a:pt x="2057400" y="0"/>
                </a:lnTo>
                <a:lnTo>
                  <a:pt x="2114550" y="0"/>
                </a:lnTo>
                <a:lnTo>
                  <a:pt x="2114550" y="9525"/>
                </a:lnTo>
                <a:close/>
                <a:moveTo>
                  <a:pt x="2000250" y="9525"/>
                </a:moveTo>
                <a:lnTo>
                  <a:pt x="1943100" y="9525"/>
                </a:lnTo>
                <a:lnTo>
                  <a:pt x="1943100" y="0"/>
                </a:lnTo>
                <a:lnTo>
                  <a:pt x="2000250" y="0"/>
                </a:lnTo>
                <a:lnTo>
                  <a:pt x="2000250" y="9525"/>
                </a:lnTo>
                <a:close/>
                <a:moveTo>
                  <a:pt x="1885950" y="9525"/>
                </a:moveTo>
                <a:lnTo>
                  <a:pt x="1828800" y="9525"/>
                </a:lnTo>
                <a:lnTo>
                  <a:pt x="1828800" y="0"/>
                </a:lnTo>
                <a:lnTo>
                  <a:pt x="1885950" y="0"/>
                </a:lnTo>
                <a:lnTo>
                  <a:pt x="1885950" y="9525"/>
                </a:lnTo>
                <a:close/>
                <a:moveTo>
                  <a:pt x="1771650" y="9525"/>
                </a:moveTo>
                <a:lnTo>
                  <a:pt x="1714500" y="9525"/>
                </a:lnTo>
                <a:lnTo>
                  <a:pt x="1714500" y="0"/>
                </a:lnTo>
                <a:lnTo>
                  <a:pt x="1771650" y="0"/>
                </a:lnTo>
                <a:lnTo>
                  <a:pt x="1771650" y="9525"/>
                </a:lnTo>
                <a:close/>
                <a:moveTo>
                  <a:pt x="1657350" y="9525"/>
                </a:moveTo>
                <a:lnTo>
                  <a:pt x="1600200" y="9525"/>
                </a:lnTo>
                <a:lnTo>
                  <a:pt x="1600200" y="0"/>
                </a:lnTo>
                <a:lnTo>
                  <a:pt x="1657350" y="0"/>
                </a:lnTo>
                <a:lnTo>
                  <a:pt x="1657350" y="9525"/>
                </a:lnTo>
                <a:close/>
                <a:moveTo>
                  <a:pt x="1543050" y="9525"/>
                </a:moveTo>
                <a:lnTo>
                  <a:pt x="1485900" y="9525"/>
                </a:lnTo>
                <a:lnTo>
                  <a:pt x="1485900" y="0"/>
                </a:lnTo>
                <a:lnTo>
                  <a:pt x="1543050" y="0"/>
                </a:lnTo>
                <a:lnTo>
                  <a:pt x="1543050" y="9525"/>
                </a:lnTo>
                <a:close/>
                <a:moveTo>
                  <a:pt x="1428750" y="9525"/>
                </a:moveTo>
                <a:lnTo>
                  <a:pt x="1371600" y="9525"/>
                </a:lnTo>
                <a:lnTo>
                  <a:pt x="1371600" y="0"/>
                </a:lnTo>
                <a:lnTo>
                  <a:pt x="1428750" y="0"/>
                </a:lnTo>
                <a:lnTo>
                  <a:pt x="1428750" y="9525"/>
                </a:lnTo>
                <a:close/>
                <a:moveTo>
                  <a:pt x="1314450" y="9525"/>
                </a:moveTo>
                <a:lnTo>
                  <a:pt x="1257300" y="9525"/>
                </a:lnTo>
                <a:lnTo>
                  <a:pt x="1257300" y="0"/>
                </a:lnTo>
                <a:lnTo>
                  <a:pt x="1314450" y="0"/>
                </a:lnTo>
                <a:lnTo>
                  <a:pt x="1314450" y="9525"/>
                </a:lnTo>
                <a:close/>
                <a:moveTo>
                  <a:pt x="1200150" y="9525"/>
                </a:moveTo>
                <a:lnTo>
                  <a:pt x="1143000" y="9525"/>
                </a:lnTo>
                <a:lnTo>
                  <a:pt x="1143000" y="0"/>
                </a:lnTo>
                <a:lnTo>
                  <a:pt x="1200150" y="0"/>
                </a:lnTo>
                <a:lnTo>
                  <a:pt x="1200150" y="9525"/>
                </a:lnTo>
                <a:close/>
                <a:moveTo>
                  <a:pt x="1085850" y="9525"/>
                </a:moveTo>
                <a:lnTo>
                  <a:pt x="1028700" y="9525"/>
                </a:lnTo>
                <a:lnTo>
                  <a:pt x="1028700" y="0"/>
                </a:lnTo>
                <a:lnTo>
                  <a:pt x="1085850" y="0"/>
                </a:lnTo>
                <a:lnTo>
                  <a:pt x="1085850" y="9525"/>
                </a:lnTo>
                <a:close/>
                <a:moveTo>
                  <a:pt x="971550" y="9525"/>
                </a:moveTo>
                <a:lnTo>
                  <a:pt x="914400" y="9525"/>
                </a:lnTo>
                <a:lnTo>
                  <a:pt x="914400" y="0"/>
                </a:lnTo>
                <a:lnTo>
                  <a:pt x="971550" y="0"/>
                </a:lnTo>
                <a:lnTo>
                  <a:pt x="971550" y="9525"/>
                </a:lnTo>
                <a:close/>
                <a:moveTo>
                  <a:pt x="857250" y="9525"/>
                </a:moveTo>
                <a:lnTo>
                  <a:pt x="800100" y="9525"/>
                </a:lnTo>
                <a:lnTo>
                  <a:pt x="800100" y="0"/>
                </a:lnTo>
                <a:lnTo>
                  <a:pt x="857250" y="0"/>
                </a:lnTo>
                <a:lnTo>
                  <a:pt x="857250" y="9525"/>
                </a:lnTo>
                <a:close/>
                <a:moveTo>
                  <a:pt x="742950" y="9525"/>
                </a:moveTo>
                <a:lnTo>
                  <a:pt x="685800" y="9525"/>
                </a:lnTo>
                <a:lnTo>
                  <a:pt x="685800" y="0"/>
                </a:lnTo>
                <a:lnTo>
                  <a:pt x="742950" y="0"/>
                </a:lnTo>
                <a:lnTo>
                  <a:pt x="742950" y="9525"/>
                </a:lnTo>
                <a:close/>
                <a:moveTo>
                  <a:pt x="628650" y="9525"/>
                </a:moveTo>
                <a:lnTo>
                  <a:pt x="571500" y="9525"/>
                </a:lnTo>
                <a:lnTo>
                  <a:pt x="571500" y="0"/>
                </a:lnTo>
                <a:lnTo>
                  <a:pt x="628650" y="0"/>
                </a:lnTo>
                <a:lnTo>
                  <a:pt x="628650" y="9525"/>
                </a:lnTo>
                <a:close/>
                <a:moveTo>
                  <a:pt x="514350" y="9525"/>
                </a:moveTo>
                <a:lnTo>
                  <a:pt x="457200" y="9525"/>
                </a:lnTo>
                <a:lnTo>
                  <a:pt x="457200" y="0"/>
                </a:lnTo>
                <a:lnTo>
                  <a:pt x="514350" y="0"/>
                </a:lnTo>
                <a:lnTo>
                  <a:pt x="514350" y="9525"/>
                </a:lnTo>
                <a:close/>
                <a:moveTo>
                  <a:pt x="400050" y="9525"/>
                </a:moveTo>
                <a:lnTo>
                  <a:pt x="342900" y="9525"/>
                </a:lnTo>
                <a:lnTo>
                  <a:pt x="342900" y="0"/>
                </a:lnTo>
                <a:lnTo>
                  <a:pt x="400050" y="0"/>
                </a:lnTo>
                <a:lnTo>
                  <a:pt x="400050" y="9525"/>
                </a:lnTo>
                <a:close/>
                <a:moveTo>
                  <a:pt x="285750" y="9525"/>
                </a:moveTo>
                <a:lnTo>
                  <a:pt x="228600" y="9525"/>
                </a:lnTo>
                <a:lnTo>
                  <a:pt x="228600" y="0"/>
                </a:lnTo>
                <a:lnTo>
                  <a:pt x="285750" y="0"/>
                </a:lnTo>
                <a:lnTo>
                  <a:pt x="285750" y="9525"/>
                </a:lnTo>
                <a:close/>
                <a:moveTo>
                  <a:pt x="171450" y="9525"/>
                </a:moveTo>
                <a:lnTo>
                  <a:pt x="114300" y="9525"/>
                </a:lnTo>
                <a:lnTo>
                  <a:pt x="114300" y="0"/>
                </a:lnTo>
                <a:lnTo>
                  <a:pt x="171450" y="0"/>
                </a:lnTo>
                <a:lnTo>
                  <a:pt x="171450" y="9525"/>
                </a:lnTo>
                <a:close/>
                <a:moveTo>
                  <a:pt x="5715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" y="0"/>
                </a:lnTo>
                <a:lnTo>
                  <a:pt x="57150" y="952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1A725-169C-498C-B2E1-03C1F35827DB}"/>
              </a:ext>
            </a:extLst>
          </p:cNvPr>
          <p:cNvSpPr txBox="1"/>
          <p:nvPr/>
        </p:nvSpPr>
        <p:spPr>
          <a:xfrm>
            <a:off x="8511678" y="2112522"/>
            <a:ext cx="393056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>
                <a:solidFill>
                  <a:schemeClr val="bg2">
                    <a:lumMod val="25000"/>
                  </a:schemeClr>
                </a:solidFill>
                <a:latin typeface="Montserrat"/>
                <a:sym typeface="Poppins"/>
                <a:rtl val="0"/>
              </a:rPr>
              <a:t>02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9A80F-96ED-4241-9B3F-31F086C9BF2B}"/>
              </a:ext>
            </a:extLst>
          </p:cNvPr>
          <p:cNvSpPr txBox="1"/>
          <p:nvPr/>
        </p:nvSpPr>
        <p:spPr>
          <a:xfrm>
            <a:off x="3661612" y="1979525"/>
            <a:ext cx="4802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Y" sz="32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/>
                <a:sym typeface="Poppins"/>
                <a:rtl val="0"/>
              </a:rPr>
              <a:t>مخطط حالات الاستخدام والمتطلبات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F783291-9550-45DD-B6D9-84CFE5CB949D}"/>
              </a:ext>
            </a:extLst>
          </p:cNvPr>
          <p:cNvSpPr/>
          <p:nvPr/>
        </p:nvSpPr>
        <p:spPr>
          <a:xfrm>
            <a:off x="3742384" y="3567846"/>
            <a:ext cx="5086063" cy="9525"/>
          </a:xfrm>
          <a:custGeom>
            <a:avLst/>
            <a:gdLst>
              <a:gd name="connsiteX0" fmla="*/ 5086064 w 5086063"/>
              <a:gd name="connsiteY0" fmla="*/ 9525 h 9525"/>
              <a:gd name="connsiteX1" fmla="*/ 5029200 w 5086063"/>
              <a:gd name="connsiteY1" fmla="*/ 9525 h 9525"/>
              <a:gd name="connsiteX2" fmla="*/ 5029200 w 5086063"/>
              <a:gd name="connsiteY2" fmla="*/ 0 h 9525"/>
              <a:gd name="connsiteX3" fmla="*/ 5086064 w 5086063"/>
              <a:gd name="connsiteY3" fmla="*/ 0 h 9525"/>
              <a:gd name="connsiteX4" fmla="*/ 5086064 w 5086063"/>
              <a:gd name="connsiteY4" fmla="*/ 9525 h 9525"/>
              <a:gd name="connsiteX5" fmla="*/ 4972050 w 5086063"/>
              <a:gd name="connsiteY5" fmla="*/ 9525 h 9525"/>
              <a:gd name="connsiteX6" fmla="*/ 4914900 w 5086063"/>
              <a:gd name="connsiteY6" fmla="*/ 9525 h 9525"/>
              <a:gd name="connsiteX7" fmla="*/ 4914900 w 5086063"/>
              <a:gd name="connsiteY7" fmla="*/ 0 h 9525"/>
              <a:gd name="connsiteX8" fmla="*/ 4972050 w 5086063"/>
              <a:gd name="connsiteY8" fmla="*/ 0 h 9525"/>
              <a:gd name="connsiteX9" fmla="*/ 4972050 w 5086063"/>
              <a:gd name="connsiteY9" fmla="*/ 9525 h 9525"/>
              <a:gd name="connsiteX10" fmla="*/ 4857750 w 5086063"/>
              <a:gd name="connsiteY10" fmla="*/ 9525 h 9525"/>
              <a:gd name="connsiteX11" fmla="*/ 4800600 w 5086063"/>
              <a:gd name="connsiteY11" fmla="*/ 9525 h 9525"/>
              <a:gd name="connsiteX12" fmla="*/ 4800600 w 5086063"/>
              <a:gd name="connsiteY12" fmla="*/ 0 h 9525"/>
              <a:gd name="connsiteX13" fmla="*/ 4857750 w 5086063"/>
              <a:gd name="connsiteY13" fmla="*/ 0 h 9525"/>
              <a:gd name="connsiteX14" fmla="*/ 4857750 w 5086063"/>
              <a:gd name="connsiteY14" fmla="*/ 9525 h 9525"/>
              <a:gd name="connsiteX15" fmla="*/ 4743450 w 5086063"/>
              <a:gd name="connsiteY15" fmla="*/ 9525 h 9525"/>
              <a:gd name="connsiteX16" fmla="*/ 4686300 w 5086063"/>
              <a:gd name="connsiteY16" fmla="*/ 9525 h 9525"/>
              <a:gd name="connsiteX17" fmla="*/ 4686300 w 5086063"/>
              <a:gd name="connsiteY17" fmla="*/ 0 h 9525"/>
              <a:gd name="connsiteX18" fmla="*/ 4743450 w 5086063"/>
              <a:gd name="connsiteY18" fmla="*/ 0 h 9525"/>
              <a:gd name="connsiteX19" fmla="*/ 4743450 w 5086063"/>
              <a:gd name="connsiteY19" fmla="*/ 9525 h 9525"/>
              <a:gd name="connsiteX20" fmla="*/ 4629150 w 5086063"/>
              <a:gd name="connsiteY20" fmla="*/ 9525 h 9525"/>
              <a:gd name="connsiteX21" fmla="*/ 4572000 w 5086063"/>
              <a:gd name="connsiteY21" fmla="*/ 9525 h 9525"/>
              <a:gd name="connsiteX22" fmla="*/ 4572000 w 5086063"/>
              <a:gd name="connsiteY22" fmla="*/ 0 h 9525"/>
              <a:gd name="connsiteX23" fmla="*/ 4629150 w 5086063"/>
              <a:gd name="connsiteY23" fmla="*/ 0 h 9525"/>
              <a:gd name="connsiteX24" fmla="*/ 4629150 w 5086063"/>
              <a:gd name="connsiteY24" fmla="*/ 9525 h 9525"/>
              <a:gd name="connsiteX25" fmla="*/ 4514850 w 5086063"/>
              <a:gd name="connsiteY25" fmla="*/ 9525 h 9525"/>
              <a:gd name="connsiteX26" fmla="*/ 4457700 w 5086063"/>
              <a:gd name="connsiteY26" fmla="*/ 9525 h 9525"/>
              <a:gd name="connsiteX27" fmla="*/ 4457700 w 5086063"/>
              <a:gd name="connsiteY27" fmla="*/ 0 h 9525"/>
              <a:gd name="connsiteX28" fmla="*/ 4514850 w 5086063"/>
              <a:gd name="connsiteY28" fmla="*/ 0 h 9525"/>
              <a:gd name="connsiteX29" fmla="*/ 4514850 w 5086063"/>
              <a:gd name="connsiteY29" fmla="*/ 9525 h 9525"/>
              <a:gd name="connsiteX30" fmla="*/ 4400550 w 5086063"/>
              <a:gd name="connsiteY30" fmla="*/ 9525 h 9525"/>
              <a:gd name="connsiteX31" fmla="*/ 4343400 w 5086063"/>
              <a:gd name="connsiteY31" fmla="*/ 9525 h 9525"/>
              <a:gd name="connsiteX32" fmla="*/ 4343400 w 5086063"/>
              <a:gd name="connsiteY32" fmla="*/ 0 h 9525"/>
              <a:gd name="connsiteX33" fmla="*/ 4400550 w 5086063"/>
              <a:gd name="connsiteY33" fmla="*/ 0 h 9525"/>
              <a:gd name="connsiteX34" fmla="*/ 4400550 w 5086063"/>
              <a:gd name="connsiteY34" fmla="*/ 9525 h 9525"/>
              <a:gd name="connsiteX35" fmla="*/ 4286250 w 5086063"/>
              <a:gd name="connsiteY35" fmla="*/ 9525 h 9525"/>
              <a:gd name="connsiteX36" fmla="*/ 4229100 w 5086063"/>
              <a:gd name="connsiteY36" fmla="*/ 9525 h 9525"/>
              <a:gd name="connsiteX37" fmla="*/ 4229100 w 5086063"/>
              <a:gd name="connsiteY37" fmla="*/ 0 h 9525"/>
              <a:gd name="connsiteX38" fmla="*/ 4286250 w 5086063"/>
              <a:gd name="connsiteY38" fmla="*/ 0 h 9525"/>
              <a:gd name="connsiteX39" fmla="*/ 4286250 w 5086063"/>
              <a:gd name="connsiteY39" fmla="*/ 9525 h 9525"/>
              <a:gd name="connsiteX40" fmla="*/ 4171950 w 5086063"/>
              <a:gd name="connsiteY40" fmla="*/ 9525 h 9525"/>
              <a:gd name="connsiteX41" fmla="*/ 4114800 w 5086063"/>
              <a:gd name="connsiteY41" fmla="*/ 9525 h 9525"/>
              <a:gd name="connsiteX42" fmla="*/ 4114800 w 5086063"/>
              <a:gd name="connsiteY42" fmla="*/ 0 h 9525"/>
              <a:gd name="connsiteX43" fmla="*/ 4171950 w 5086063"/>
              <a:gd name="connsiteY43" fmla="*/ 0 h 9525"/>
              <a:gd name="connsiteX44" fmla="*/ 4171950 w 5086063"/>
              <a:gd name="connsiteY44" fmla="*/ 9525 h 9525"/>
              <a:gd name="connsiteX45" fmla="*/ 4057650 w 5086063"/>
              <a:gd name="connsiteY45" fmla="*/ 9525 h 9525"/>
              <a:gd name="connsiteX46" fmla="*/ 4000500 w 5086063"/>
              <a:gd name="connsiteY46" fmla="*/ 9525 h 9525"/>
              <a:gd name="connsiteX47" fmla="*/ 4000500 w 5086063"/>
              <a:gd name="connsiteY47" fmla="*/ 0 h 9525"/>
              <a:gd name="connsiteX48" fmla="*/ 4057650 w 5086063"/>
              <a:gd name="connsiteY48" fmla="*/ 0 h 9525"/>
              <a:gd name="connsiteX49" fmla="*/ 4057650 w 5086063"/>
              <a:gd name="connsiteY49" fmla="*/ 9525 h 9525"/>
              <a:gd name="connsiteX50" fmla="*/ 3943350 w 5086063"/>
              <a:gd name="connsiteY50" fmla="*/ 9525 h 9525"/>
              <a:gd name="connsiteX51" fmla="*/ 3886200 w 5086063"/>
              <a:gd name="connsiteY51" fmla="*/ 9525 h 9525"/>
              <a:gd name="connsiteX52" fmla="*/ 3886200 w 5086063"/>
              <a:gd name="connsiteY52" fmla="*/ 0 h 9525"/>
              <a:gd name="connsiteX53" fmla="*/ 3943350 w 5086063"/>
              <a:gd name="connsiteY53" fmla="*/ 0 h 9525"/>
              <a:gd name="connsiteX54" fmla="*/ 3943350 w 5086063"/>
              <a:gd name="connsiteY54" fmla="*/ 9525 h 9525"/>
              <a:gd name="connsiteX55" fmla="*/ 3829050 w 5086063"/>
              <a:gd name="connsiteY55" fmla="*/ 9525 h 9525"/>
              <a:gd name="connsiteX56" fmla="*/ 3771900 w 5086063"/>
              <a:gd name="connsiteY56" fmla="*/ 9525 h 9525"/>
              <a:gd name="connsiteX57" fmla="*/ 3771900 w 5086063"/>
              <a:gd name="connsiteY57" fmla="*/ 0 h 9525"/>
              <a:gd name="connsiteX58" fmla="*/ 3829050 w 5086063"/>
              <a:gd name="connsiteY58" fmla="*/ 0 h 9525"/>
              <a:gd name="connsiteX59" fmla="*/ 3829050 w 5086063"/>
              <a:gd name="connsiteY59" fmla="*/ 9525 h 9525"/>
              <a:gd name="connsiteX60" fmla="*/ 3714750 w 5086063"/>
              <a:gd name="connsiteY60" fmla="*/ 9525 h 9525"/>
              <a:gd name="connsiteX61" fmla="*/ 3657600 w 5086063"/>
              <a:gd name="connsiteY61" fmla="*/ 9525 h 9525"/>
              <a:gd name="connsiteX62" fmla="*/ 3657600 w 5086063"/>
              <a:gd name="connsiteY62" fmla="*/ 0 h 9525"/>
              <a:gd name="connsiteX63" fmla="*/ 3714750 w 5086063"/>
              <a:gd name="connsiteY63" fmla="*/ 0 h 9525"/>
              <a:gd name="connsiteX64" fmla="*/ 3714750 w 5086063"/>
              <a:gd name="connsiteY64" fmla="*/ 9525 h 9525"/>
              <a:gd name="connsiteX65" fmla="*/ 3600450 w 5086063"/>
              <a:gd name="connsiteY65" fmla="*/ 9525 h 9525"/>
              <a:gd name="connsiteX66" fmla="*/ 3543300 w 5086063"/>
              <a:gd name="connsiteY66" fmla="*/ 9525 h 9525"/>
              <a:gd name="connsiteX67" fmla="*/ 3543300 w 5086063"/>
              <a:gd name="connsiteY67" fmla="*/ 0 h 9525"/>
              <a:gd name="connsiteX68" fmla="*/ 3600450 w 5086063"/>
              <a:gd name="connsiteY68" fmla="*/ 0 h 9525"/>
              <a:gd name="connsiteX69" fmla="*/ 3600450 w 5086063"/>
              <a:gd name="connsiteY69" fmla="*/ 9525 h 9525"/>
              <a:gd name="connsiteX70" fmla="*/ 3486150 w 5086063"/>
              <a:gd name="connsiteY70" fmla="*/ 9525 h 9525"/>
              <a:gd name="connsiteX71" fmla="*/ 3429000 w 5086063"/>
              <a:gd name="connsiteY71" fmla="*/ 9525 h 9525"/>
              <a:gd name="connsiteX72" fmla="*/ 3429000 w 5086063"/>
              <a:gd name="connsiteY72" fmla="*/ 0 h 9525"/>
              <a:gd name="connsiteX73" fmla="*/ 3486150 w 5086063"/>
              <a:gd name="connsiteY73" fmla="*/ 0 h 9525"/>
              <a:gd name="connsiteX74" fmla="*/ 3486150 w 5086063"/>
              <a:gd name="connsiteY74" fmla="*/ 9525 h 9525"/>
              <a:gd name="connsiteX75" fmla="*/ 3371850 w 5086063"/>
              <a:gd name="connsiteY75" fmla="*/ 9525 h 9525"/>
              <a:gd name="connsiteX76" fmla="*/ 3314700 w 5086063"/>
              <a:gd name="connsiteY76" fmla="*/ 9525 h 9525"/>
              <a:gd name="connsiteX77" fmla="*/ 3314700 w 5086063"/>
              <a:gd name="connsiteY77" fmla="*/ 0 h 9525"/>
              <a:gd name="connsiteX78" fmla="*/ 3371850 w 5086063"/>
              <a:gd name="connsiteY78" fmla="*/ 0 h 9525"/>
              <a:gd name="connsiteX79" fmla="*/ 3371850 w 5086063"/>
              <a:gd name="connsiteY79" fmla="*/ 9525 h 9525"/>
              <a:gd name="connsiteX80" fmla="*/ 3257550 w 5086063"/>
              <a:gd name="connsiteY80" fmla="*/ 9525 h 9525"/>
              <a:gd name="connsiteX81" fmla="*/ 3200400 w 5086063"/>
              <a:gd name="connsiteY81" fmla="*/ 9525 h 9525"/>
              <a:gd name="connsiteX82" fmla="*/ 3200400 w 5086063"/>
              <a:gd name="connsiteY82" fmla="*/ 0 h 9525"/>
              <a:gd name="connsiteX83" fmla="*/ 3257550 w 5086063"/>
              <a:gd name="connsiteY83" fmla="*/ 0 h 9525"/>
              <a:gd name="connsiteX84" fmla="*/ 3257550 w 5086063"/>
              <a:gd name="connsiteY84" fmla="*/ 9525 h 9525"/>
              <a:gd name="connsiteX85" fmla="*/ 3143250 w 5086063"/>
              <a:gd name="connsiteY85" fmla="*/ 9525 h 9525"/>
              <a:gd name="connsiteX86" fmla="*/ 3086100 w 5086063"/>
              <a:gd name="connsiteY86" fmla="*/ 9525 h 9525"/>
              <a:gd name="connsiteX87" fmla="*/ 3086100 w 5086063"/>
              <a:gd name="connsiteY87" fmla="*/ 0 h 9525"/>
              <a:gd name="connsiteX88" fmla="*/ 3143250 w 5086063"/>
              <a:gd name="connsiteY88" fmla="*/ 0 h 9525"/>
              <a:gd name="connsiteX89" fmla="*/ 3143250 w 5086063"/>
              <a:gd name="connsiteY89" fmla="*/ 9525 h 9525"/>
              <a:gd name="connsiteX90" fmla="*/ 3028950 w 5086063"/>
              <a:gd name="connsiteY90" fmla="*/ 9525 h 9525"/>
              <a:gd name="connsiteX91" fmla="*/ 2971800 w 5086063"/>
              <a:gd name="connsiteY91" fmla="*/ 9525 h 9525"/>
              <a:gd name="connsiteX92" fmla="*/ 2971800 w 5086063"/>
              <a:gd name="connsiteY92" fmla="*/ 0 h 9525"/>
              <a:gd name="connsiteX93" fmla="*/ 3028950 w 5086063"/>
              <a:gd name="connsiteY93" fmla="*/ 0 h 9525"/>
              <a:gd name="connsiteX94" fmla="*/ 3028950 w 5086063"/>
              <a:gd name="connsiteY94" fmla="*/ 9525 h 9525"/>
              <a:gd name="connsiteX95" fmla="*/ 2914650 w 5086063"/>
              <a:gd name="connsiteY95" fmla="*/ 9525 h 9525"/>
              <a:gd name="connsiteX96" fmla="*/ 2857500 w 5086063"/>
              <a:gd name="connsiteY96" fmla="*/ 9525 h 9525"/>
              <a:gd name="connsiteX97" fmla="*/ 2857500 w 5086063"/>
              <a:gd name="connsiteY97" fmla="*/ 0 h 9525"/>
              <a:gd name="connsiteX98" fmla="*/ 2914650 w 5086063"/>
              <a:gd name="connsiteY98" fmla="*/ 0 h 9525"/>
              <a:gd name="connsiteX99" fmla="*/ 2914650 w 5086063"/>
              <a:gd name="connsiteY99" fmla="*/ 9525 h 9525"/>
              <a:gd name="connsiteX100" fmla="*/ 2800350 w 5086063"/>
              <a:gd name="connsiteY100" fmla="*/ 9525 h 9525"/>
              <a:gd name="connsiteX101" fmla="*/ 2743200 w 5086063"/>
              <a:gd name="connsiteY101" fmla="*/ 9525 h 9525"/>
              <a:gd name="connsiteX102" fmla="*/ 2743200 w 5086063"/>
              <a:gd name="connsiteY102" fmla="*/ 0 h 9525"/>
              <a:gd name="connsiteX103" fmla="*/ 2800350 w 5086063"/>
              <a:gd name="connsiteY103" fmla="*/ 0 h 9525"/>
              <a:gd name="connsiteX104" fmla="*/ 2800350 w 5086063"/>
              <a:gd name="connsiteY104" fmla="*/ 9525 h 9525"/>
              <a:gd name="connsiteX105" fmla="*/ 2686050 w 5086063"/>
              <a:gd name="connsiteY105" fmla="*/ 9525 h 9525"/>
              <a:gd name="connsiteX106" fmla="*/ 2628900 w 5086063"/>
              <a:gd name="connsiteY106" fmla="*/ 9525 h 9525"/>
              <a:gd name="connsiteX107" fmla="*/ 2628900 w 5086063"/>
              <a:gd name="connsiteY107" fmla="*/ 0 h 9525"/>
              <a:gd name="connsiteX108" fmla="*/ 2686050 w 5086063"/>
              <a:gd name="connsiteY108" fmla="*/ 0 h 9525"/>
              <a:gd name="connsiteX109" fmla="*/ 2686050 w 5086063"/>
              <a:gd name="connsiteY109" fmla="*/ 9525 h 9525"/>
              <a:gd name="connsiteX110" fmla="*/ 2571750 w 5086063"/>
              <a:gd name="connsiteY110" fmla="*/ 9525 h 9525"/>
              <a:gd name="connsiteX111" fmla="*/ 2514600 w 5086063"/>
              <a:gd name="connsiteY111" fmla="*/ 9525 h 9525"/>
              <a:gd name="connsiteX112" fmla="*/ 2514600 w 5086063"/>
              <a:gd name="connsiteY112" fmla="*/ 0 h 9525"/>
              <a:gd name="connsiteX113" fmla="*/ 2571750 w 5086063"/>
              <a:gd name="connsiteY113" fmla="*/ 0 h 9525"/>
              <a:gd name="connsiteX114" fmla="*/ 2571750 w 5086063"/>
              <a:gd name="connsiteY114" fmla="*/ 9525 h 9525"/>
              <a:gd name="connsiteX115" fmla="*/ 2457450 w 5086063"/>
              <a:gd name="connsiteY115" fmla="*/ 9525 h 9525"/>
              <a:gd name="connsiteX116" fmla="*/ 2400300 w 5086063"/>
              <a:gd name="connsiteY116" fmla="*/ 9525 h 9525"/>
              <a:gd name="connsiteX117" fmla="*/ 2400300 w 5086063"/>
              <a:gd name="connsiteY117" fmla="*/ 0 h 9525"/>
              <a:gd name="connsiteX118" fmla="*/ 2457450 w 5086063"/>
              <a:gd name="connsiteY118" fmla="*/ 0 h 9525"/>
              <a:gd name="connsiteX119" fmla="*/ 2457450 w 5086063"/>
              <a:gd name="connsiteY119" fmla="*/ 9525 h 9525"/>
              <a:gd name="connsiteX120" fmla="*/ 2343150 w 5086063"/>
              <a:gd name="connsiteY120" fmla="*/ 9525 h 9525"/>
              <a:gd name="connsiteX121" fmla="*/ 2286000 w 5086063"/>
              <a:gd name="connsiteY121" fmla="*/ 9525 h 9525"/>
              <a:gd name="connsiteX122" fmla="*/ 2286000 w 5086063"/>
              <a:gd name="connsiteY122" fmla="*/ 0 h 9525"/>
              <a:gd name="connsiteX123" fmla="*/ 2343150 w 5086063"/>
              <a:gd name="connsiteY123" fmla="*/ 0 h 9525"/>
              <a:gd name="connsiteX124" fmla="*/ 2343150 w 5086063"/>
              <a:gd name="connsiteY124" fmla="*/ 9525 h 9525"/>
              <a:gd name="connsiteX125" fmla="*/ 2228850 w 5086063"/>
              <a:gd name="connsiteY125" fmla="*/ 9525 h 9525"/>
              <a:gd name="connsiteX126" fmla="*/ 2171700 w 5086063"/>
              <a:gd name="connsiteY126" fmla="*/ 9525 h 9525"/>
              <a:gd name="connsiteX127" fmla="*/ 2171700 w 5086063"/>
              <a:gd name="connsiteY127" fmla="*/ 0 h 9525"/>
              <a:gd name="connsiteX128" fmla="*/ 2228850 w 5086063"/>
              <a:gd name="connsiteY128" fmla="*/ 0 h 9525"/>
              <a:gd name="connsiteX129" fmla="*/ 2228850 w 5086063"/>
              <a:gd name="connsiteY129" fmla="*/ 9525 h 9525"/>
              <a:gd name="connsiteX130" fmla="*/ 2114550 w 5086063"/>
              <a:gd name="connsiteY130" fmla="*/ 9525 h 9525"/>
              <a:gd name="connsiteX131" fmla="*/ 2057400 w 5086063"/>
              <a:gd name="connsiteY131" fmla="*/ 9525 h 9525"/>
              <a:gd name="connsiteX132" fmla="*/ 2057400 w 5086063"/>
              <a:gd name="connsiteY132" fmla="*/ 0 h 9525"/>
              <a:gd name="connsiteX133" fmla="*/ 2114550 w 5086063"/>
              <a:gd name="connsiteY133" fmla="*/ 0 h 9525"/>
              <a:gd name="connsiteX134" fmla="*/ 2114550 w 5086063"/>
              <a:gd name="connsiteY134" fmla="*/ 9525 h 9525"/>
              <a:gd name="connsiteX135" fmla="*/ 2000250 w 5086063"/>
              <a:gd name="connsiteY135" fmla="*/ 9525 h 9525"/>
              <a:gd name="connsiteX136" fmla="*/ 1943100 w 5086063"/>
              <a:gd name="connsiteY136" fmla="*/ 9525 h 9525"/>
              <a:gd name="connsiteX137" fmla="*/ 1943100 w 5086063"/>
              <a:gd name="connsiteY137" fmla="*/ 0 h 9525"/>
              <a:gd name="connsiteX138" fmla="*/ 2000250 w 5086063"/>
              <a:gd name="connsiteY138" fmla="*/ 0 h 9525"/>
              <a:gd name="connsiteX139" fmla="*/ 2000250 w 5086063"/>
              <a:gd name="connsiteY139" fmla="*/ 9525 h 9525"/>
              <a:gd name="connsiteX140" fmla="*/ 1885950 w 5086063"/>
              <a:gd name="connsiteY140" fmla="*/ 9525 h 9525"/>
              <a:gd name="connsiteX141" fmla="*/ 1828800 w 5086063"/>
              <a:gd name="connsiteY141" fmla="*/ 9525 h 9525"/>
              <a:gd name="connsiteX142" fmla="*/ 1828800 w 5086063"/>
              <a:gd name="connsiteY142" fmla="*/ 0 h 9525"/>
              <a:gd name="connsiteX143" fmla="*/ 1885950 w 5086063"/>
              <a:gd name="connsiteY143" fmla="*/ 0 h 9525"/>
              <a:gd name="connsiteX144" fmla="*/ 1885950 w 5086063"/>
              <a:gd name="connsiteY144" fmla="*/ 9525 h 9525"/>
              <a:gd name="connsiteX145" fmla="*/ 1771650 w 5086063"/>
              <a:gd name="connsiteY145" fmla="*/ 9525 h 9525"/>
              <a:gd name="connsiteX146" fmla="*/ 1714500 w 5086063"/>
              <a:gd name="connsiteY146" fmla="*/ 9525 h 9525"/>
              <a:gd name="connsiteX147" fmla="*/ 1714500 w 5086063"/>
              <a:gd name="connsiteY147" fmla="*/ 0 h 9525"/>
              <a:gd name="connsiteX148" fmla="*/ 1771650 w 5086063"/>
              <a:gd name="connsiteY148" fmla="*/ 0 h 9525"/>
              <a:gd name="connsiteX149" fmla="*/ 1771650 w 5086063"/>
              <a:gd name="connsiteY149" fmla="*/ 9525 h 9525"/>
              <a:gd name="connsiteX150" fmla="*/ 1657350 w 5086063"/>
              <a:gd name="connsiteY150" fmla="*/ 9525 h 9525"/>
              <a:gd name="connsiteX151" fmla="*/ 1600200 w 5086063"/>
              <a:gd name="connsiteY151" fmla="*/ 9525 h 9525"/>
              <a:gd name="connsiteX152" fmla="*/ 1600200 w 5086063"/>
              <a:gd name="connsiteY152" fmla="*/ 0 h 9525"/>
              <a:gd name="connsiteX153" fmla="*/ 1657350 w 5086063"/>
              <a:gd name="connsiteY153" fmla="*/ 0 h 9525"/>
              <a:gd name="connsiteX154" fmla="*/ 1657350 w 5086063"/>
              <a:gd name="connsiteY154" fmla="*/ 9525 h 9525"/>
              <a:gd name="connsiteX155" fmla="*/ 1543050 w 5086063"/>
              <a:gd name="connsiteY155" fmla="*/ 9525 h 9525"/>
              <a:gd name="connsiteX156" fmla="*/ 1485900 w 5086063"/>
              <a:gd name="connsiteY156" fmla="*/ 9525 h 9525"/>
              <a:gd name="connsiteX157" fmla="*/ 1485900 w 5086063"/>
              <a:gd name="connsiteY157" fmla="*/ 0 h 9525"/>
              <a:gd name="connsiteX158" fmla="*/ 1543050 w 5086063"/>
              <a:gd name="connsiteY158" fmla="*/ 0 h 9525"/>
              <a:gd name="connsiteX159" fmla="*/ 1543050 w 5086063"/>
              <a:gd name="connsiteY159" fmla="*/ 9525 h 9525"/>
              <a:gd name="connsiteX160" fmla="*/ 1428750 w 5086063"/>
              <a:gd name="connsiteY160" fmla="*/ 9525 h 9525"/>
              <a:gd name="connsiteX161" fmla="*/ 1371600 w 5086063"/>
              <a:gd name="connsiteY161" fmla="*/ 9525 h 9525"/>
              <a:gd name="connsiteX162" fmla="*/ 1371600 w 5086063"/>
              <a:gd name="connsiteY162" fmla="*/ 0 h 9525"/>
              <a:gd name="connsiteX163" fmla="*/ 1428750 w 5086063"/>
              <a:gd name="connsiteY163" fmla="*/ 0 h 9525"/>
              <a:gd name="connsiteX164" fmla="*/ 1428750 w 5086063"/>
              <a:gd name="connsiteY164" fmla="*/ 9525 h 9525"/>
              <a:gd name="connsiteX165" fmla="*/ 1314450 w 5086063"/>
              <a:gd name="connsiteY165" fmla="*/ 9525 h 9525"/>
              <a:gd name="connsiteX166" fmla="*/ 1257300 w 5086063"/>
              <a:gd name="connsiteY166" fmla="*/ 9525 h 9525"/>
              <a:gd name="connsiteX167" fmla="*/ 1257300 w 5086063"/>
              <a:gd name="connsiteY167" fmla="*/ 0 h 9525"/>
              <a:gd name="connsiteX168" fmla="*/ 1314450 w 5086063"/>
              <a:gd name="connsiteY168" fmla="*/ 0 h 9525"/>
              <a:gd name="connsiteX169" fmla="*/ 1314450 w 5086063"/>
              <a:gd name="connsiteY169" fmla="*/ 9525 h 9525"/>
              <a:gd name="connsiteX170" fmla="*/ 1200150 w 5086063"/>
              <a:gd name="connsiteY170" fmla="*/ 9525 h 9525"/>
              <a:gd name="connsiteX171" fmla="*/ 1143000 w 5086063"/>
              <a:gd name="connsiteY171" fmla="*/ 9525 h 9525"/>
              <a:gd name="connsiteX172" fmla="*/ 1143000 w 5086063"/>
              <a:gd name="connsiteY172" fmla="*/ 0 h 9525"/>
              <a:gd name="connsiteX173" fmla="*/ 1200150 w 5086063"/>
              <a:gd name="connsiteY173" fmla="*/ 0 h 9525"/>
              <a:gd name="connsiteX174" fmla="*/ 1200150 w 5086063"/>
              <a:gd name="connsiteY174" fmla="*/ 9525 h 9525"/>
              <a:gd name="connsiteX175" fmla="*/ 1085850 w 5086063"/>
              <a:gd name="connsiteY175" fmla="*/ 9525 h 9525"/>
              <a:gd name="connsiteX176" fmla="*/ 1028700 w 5086063"/>
              <a:gd name="connsiteY176" fmla="*/ 9525 h 9525"/>
              <a:gd name="connsiteX177" fmla="*/ 1028700 w 5086063"/>
              <a:gd name="connsiteY177" fmla="*/ 0 h 9525"/>
              <a:gd name="connsiteX178" fmla="*/ 1085850 w 5086063"/>
              <a:gd name="connsiteY178" fmla="*/ 0 h 9525"/>
              <a:gd name="connsiteX179" fmla="*/ 1085850 w 5086063"/>
              <a:gd name="connsiteY179" fmla="*/ 9525 h 9525"/>
              <a:gd name="connsiteX180" fmla="*/ 971550 w 5086063"/>
              <a:gd name="connsiteY180" fmla="*/ 9525 h 9525"/>
              <a:gd name="connsiteX181" fmla="*/ 914400 w 5086063"/>
              <a:gd name="connsiteY181" fmla="*/ 9525 h 9525"/>
              <a:gd name="connsiteX182" fmla="*/ 914400 w 5086063"/>
              <a:gd name="connsiteY182" fmla="*/ 0 h 9525"/>
              <a:gd name="connsiteX183" fmla="*/ 971550 w 5086063"/>
              <a:gd name="connsiteY183" fmla="*/ 0 h 9525"/>
              <a:gd name="connsiteX184" fmla="*/ 971550 w 5086063"/>
              <a:gd name="connsiteY184" fmla="*/ 9525 h 9525"/>
              <a:gd name="connsiteX185" fmla="*/ 857250 w 5086063"/>
              <a:gd name="connsiteY185" fmla="*/ 9525 h 9525"/>
              <a:gd name="connsiteX186" fmla="*/ 800100 w 5086063"/>
              <a:gd name="connsiteY186" fmla="*/ 9525 h 9525"/>
              <a:gd name="connsiteX187" fmla="*/ 800100 w 5086063"/>
              <a:gd name="connsiteY187" fmla="*/ 0 h 9525"/>
              <a:gd name="connsiteX188" fmla="*/ 857250 w 5086063"/>
              <a:gd name="connsiteY188" fmla="*/ 0 h 9525"/>
              <a:gd name="connsiteX189" fmla="*/ 857250 w 5086063"/>
              <a:gd name="connsiteY189" fmla="*/ 9525 h 9525"/>
              <a:gd name="connsiteX190" fmla="*/ 742950 w 5086063"/>
              <a:gd name="connsiteY190" fmla="*/ 9525 h 9525"/>
              <a:gd name="connsiteX191" fmla="*/ 685800 w 5086063"/>
              <a:gd name="connsiteY191" fmla="*/ 9525 h 9525"/>
              <a:gd name="connsiteX192" fmla="*/ 685800 w 5086063"/>
              <a:gd name="connsiteY192" fmla="*/ 0 h 9525"/>
              <a:gd name="connsiteX193" fmla="*/ 742950 w 5086063"/>
              <a:gd name="connsiteY193" fmla="*/ 0 h 9525"/>
              <a:gd name="connsiteX194" fmla="*/ 742950 w 5086063"/>
              <a:gd name="connsiteY194" fmla="*/ 9525 h 9525"/>
              <a:gd name="connsiteX195" fmla="*/ 628650 w 5086063"/>
              <a:gd name="connsiteY195" fmla="*/ 9525 h 9525"/>
              <a:gd name="connsiteX196" fmla="*/ 571500 w 5086063"/>
              <a:gd name="connsiteY196" fmla="*/ 9525 h 9525"/>
              <a:gd name="connsiteX197" fmla="*/ 571500 w 5086063"/>
              <a:gd name="connsiteY197" fmla="*/ 0 h 9525"/>
              <a:gd name="connsiteX198" fmla="*/ 628650 w 5086063"/>
              <a:gd name="connsiteY198" fmla="*/ 0 h 9525"/>
              <a:gd name="connsiteX199" fmla="*/ 628650 w 5086063"/>
              <a:gd name="connsiteY199" fmla="*/ 9525 h 9525"/>
              <a:gd name="connsiteX200" fmla="*/ 514350 w 5086063"/>
              <a:gd name="connsiteY200" fmla="*/ 9525 h 9525"/>
              <a:gd name="connsiteX201" fmla="*/ 457200 w 5086063"/>
              <a:gd name="connsiteY201" fmla="*/ 9525 h 9525"/>
              <a:gd name="connsiteX202" fmla="*/ 457200 w 5086063"/>
              <a:gd name="connsiteY202" fmla="*/ 0 h 9525"/>
              <a:gd name="connsiteX203" fmla="*/ 514350 w 5086063"/>
              <a:gd name="connsiteY203" fmla="*/ 0 h 9525"/>
              <a:gd name="connsiteX204" fmla="*/ 514350 w 5086063"/>
              <a:gd name="connsiteY204" fmla="*/ 9525 h 9525"/>
              <a:gd name="connsiteX205" fmla="*/ 400050 w 5086063"/>
              <a:gd name="connsiteY205" fmla="*/ 9525 h 9525"/>
              <a:gd name="connsiteX206" fmla="*/ 342900 w 5086063"/>
              <a:gd name="connsiteY206" fmla="*/ 9525 h 9525"/>
              <a:gd name="connsiteX207" fmla="*/ 342900 w 5086063"/>
              <a:gd name="connsiteY207" fmla="*/ 0 h 9525"/>
              <a:gd name="connsiteX208" fmla="*/ 400050 w 5086063"/>
              <a:gd name="connsiteY208" fmla="*/ 0 h 9525"/>
              <a:gd name="connsiteX209" fmla="*/ 400050 w 5086063"/>
              <a:gd name="connsiteY209" fmla="*/ 9525 h 9525"/>
              <a:gd name="connsiteX210" fmla="*/ 285750 w 5086063"/>
              <a:gd name="connsiteY210" fmla="*/ 9525 h 9525"/>
              <a:gd name="connsiteX211" fmla="*/ 228600 w 5086063"/>
              <a:gd name="connsiteY211" fmla="*/ 9525 h 9525"/>
              <a:gd name="connsiteX212" fmla="*/ 228600 w 5086063"/>
              <a:gd name="connsiteY212" fmla="*/ 0 h 9525"/>
              <a:gd name="connsiteX213" fmla="*/ 285750 w 5086063"/>
              <a:gd name="connsiteY213" fmla="*/ 0 h 9525"/>
              <a:gd name="connsiteX214" fmla="*/ 285750 w 5086063"/>
              <a:gd name="connsiteY214" fmla="*/ 9525 h 9525"/>
              <a:gd name="connsiteX215" fmla="*/ 171450 w 5086063"/>
              <a:gd name="connsiteY215" fmla="*/ 9525 h 9525"/>
              <a:gd name="connsiteX216" fmla="*/ 114300 w 5086063"/>
              <a:gd name="connsiteY216" fmla="*/ 9525 h 9525"/>
              <a:gd name="connsiteX217" fmla="*/ 114300 w 5086063"/>
              <a:gd name="connsiteY217" fmla="*/ 0 h 9525"/>
              <a:gd name="connsiteX218" fmla="*/ 171450 w 5086063"/>
              <a:gd name="connsiteY218" fmla="*/ 0 h 9525"/>
              <a:gd name="connsiteX219" fmla="*/ 171450 w 5086063"/>
              <a:gd name="connsiteY219" fmla="*/ 9525 h 9525"/>
              <a:gd name="connsiteX220" fmla="*/ 57150 w 5086063"/>
              <a:gd name="connsiteY220" fmla="*/ 9525 h 9525"/>
              <a:gd name="connsiteX221" fmla="*/ 0 w 5086063"/>
              <a:gd name="connsiteY221" fmla="*/ 9525 h 9525"/>
              <a:gd name="connsiteX222" fmla="*/ 0 w 5086063"/>
              <a:gd name="connsiteY222" fmla="*/ 0 h 9525"/>
              <a:gd name="connsiteX223" fmla="*/ 57150 w 5086063"/>
              <a:gd name="connsiteY223" fmla="*/ 0 h 9525"/>
              <a:gd name="connsiteX224" fmla="*/ 57150 w 5086063"/>
              <a:gd name="connsiteY224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086063" h="9525">
                <a:moveTo>
                  <a:pt x="5086064" y="9525"/>
                </a:moveTo>
                <a:lnTo>
                  <a:pt x="5029200" y="9525"/>
                </a:lnTo>
                <a:lnTo>
                  <a:pt x="5029200" y="0"/>
                </a:lnTo>
                <a:lnTo>
                  <a:pt x="5086064" y="0"/>
                </a:lnTo>
                <a:lnTo>
                  <a:pt x="5086064" y="9525"/>
                </a:lnTo>
                <a:close/>
                <a:moveTo>
                  <a:pt x="4972050" y="9525"/>
                </a:moveTo>
                <a:lnTo>
                  <a:pt x="4914900" y="9525"/>
                </a:lnTo>
                <a:lnTo>
                  <a:pt x="4914900" y="0"/>
                </a:lnTo>
                <a:lnTo>
                  <a:pt x="4972050" y="0"/>
                </a:lnTo>
                <a:lnTo>
                  <a:pt x="4972050" y="9525"/>
                </a:lnTo>
                <a:close/>
                <a:moveTo>
                  <a:pt x="4857750" y="9525"/>
                </a:moveTo>
                <a:lnTo>
                  <a:pt x="4800600" y="9525"/>
                </a:lnTo>
                <a:lnTo>
                  <a:pt x="4800600" y="0"/>
                </a:lnTo>
                <a:lnTo>
                  <a:pt x="4857750" y="0"/>
                </a:lnTo>
                <a:lnTo>
                  <a:pt x="4857750" y="9525"/>
                </a:lnTo>
                <a:close/>
                <a:moveTo>
                  <a:pt x="4743450" y="9525"/>
                </a:moveTo>
                <a:lnTo>
                  <a:pt x="4686300" y="9525"/>
                </a:lnTo>
                <a:lnTo>
                  <a:pt x="4686300" y="0"/>
                </a:lnTo>
                <a:lnTo>
                  <a:pt x="4743450" y="0"/>
                </a:lnTo>
                <a:lnTo>
                  <a:pt x="4743450" y="9525"/>
                </a:lnTo>
                <a:close/>
                <a:moveTo>
                  <a:pt x="4629150" y="9525"/>
                </a:moveTo>
                <a:lnTo>
                  <a:pt x="4572000" y="9525"/>
                </a:lnTo>
                <a:lnTo>
                  <a:pt x="4572000" y="0"/>
                </a:lnTo>
                <a:lnTo>
                  <a:pt x="4629150" y="0"/>
                </a:lnTo>
                <a:lnTo>
                  <a:pt x="4629150" y="9525"/>
                </a:lnTo>
                <a:close/>
                <a:moveTo>
                  <a:pt x="4514850" y="9525"/>
                </a:moveTo>
                <a:lnTo>
                  <a:pt x="4457700" y="9525"/>
                </a:lnTo>
                <a:lnTo>
                  <a:pt x="4457700" y="0"/>
                </a:lnTo>
                <a:lnTo>
                  <a:pt x="4514850" y="0"/>
                </a:lnTo>
                <a:lnTo>
                  <a:pt x="4514850" y="9525"/>
                </a:lnTo>
                <a:close/>
                <a:moveTo>
                  <a:pt x="4400550" y="9525"/>
                </a:moveTo>
                <a:lnTo>
                  <a:pt x="4343400" y="9525"/>
                </a:lnTo>
                <a:lnTo>
                  <a:pt x="4343400" y="0"/>
                </a:lnTo>
                <a:lnTo>
                  <a:pt x="4400550" y="0"/>
                </a:lnTo>
                <a:lnTo>
                  <a:pt x="4400550" y="9525"/>
                </a:lnTo>
                <a:close/>
                <a:moveTo>
                  <a:pt x="4286250" y="9525"/>
                </a:moveTo>
                <a:lnTo>
                  <a:pt x="4229100" y="9525"/>
                </a:lnTo>
                <a:lnTo>
                  <a:pt x="4229100" y="0"/>
                </a:lnTo>
                <a:lnTo>
                  <a:pt x="4286250" y="0"/>
                </a:lnTo>
                <a:lnTo>
                  <a:pt x="4286250" y="9525"/>
                </a:lnTo>
                <a:close/>
                <a:moveTo>
                  <a:pt x="4171950" y="9525"/>
                </a:moveTo>
                <a:lnTo>
                  <a:pt x="4114800" y="9525"/>
                </a:lnTo>
                <a:lnTo>
                  <a:pt x="4114800" y="0"/>
                </a:lnTo>
                <a:lnTo>
                  <a:pt x="4171950" y="0"/>
                </a:lnTo>
                <a:lnTo>
                  <a:pt x="4171950" y="9525"/>
                </a:lnTo>
                <a:close/>
                <a:moveTo>
                  <a:pt x="4057650" y="9525"/>
                </a:moveTo>
                <a:lnTo>
                  <a:pt x="4000500" y="9525"/>
                </a:lnTo>
                <a:lnTo>
                  <a:pt x="4000500" y="0"/>
                </a:lnTo>
                <a:lnTo>
                  <a:pt x="4057650" y="0"/>
                </a:lnTo>
                <a:lnTo>
                  <a:pt x="4057650" y="9525"/>
                </a:lnTo>
                <a:close/>
                <a:moveTo>
                  <a:pt x="3943350" y="9525"/>
                </a:moveTo>
                <a:lnTo>
                  <a:pt x="3886200" y="9525"/>
                </a:lnTo>
                <a:lnTo>
                  <a:pt x="3886200" y="0"/>
                </a:lnTo>
                <a:lnTo>
                  <a:pt x="3943350" y="0"/>
                </a:lnTo>
                <a:lnTo>
                  <a:pt x="3943350" y="9525"/>
                </a:lnTo>
                <a:close/>
                <a:moveTo>
                  <a:pt x="3829050" y="9525"/>
                </a:moveTo>
                <a:lnTo>
                  <a:pt x="3771900" y="9525"/>
                </a:lnTo>
                <a:lnTo>
                  <a:pt x="3771900" y="0"/>
                </a:lnTo>
                <a:lnTo>
                  <a:pt x="3829050" y="0"/>
                </a:lnTo>
                <a:lnTo>
                  <a:pt x="3829050" y="9525"/>
                </a:lnTo>
                <a:close/>
                <a:moveTo>
                  <a:pt x="3714750" y="9525"/>
                </a:moveTo>
                <a:lnTo>
                  <a:pt x="3657600" y="9525"/>
                </a:lnTo>
                <a:lnTo>
                  <a:pt x="3657600" y="0"/>
                </a:lnTo>
                <a:lnTo>
                  <a:pt x="3714750" y="0"/>
                </a:lnTo>
                <a:lnTo>
                  <a:pt x="3714750" y="9525"/>
                </a:lnTo>
                <a:close/>
                <a:moveTo>
                  <a:pt x="3600450" y="9525"/>
                </a:moveTo>
                <a:lnTo>
                  <a:pt x="3543300" y="9525"/>
                </a:lnTo>
                <a:lnTo>
                  <a:pt x="3543300" y="0"/>
                </a:lnTo>
                <a:lnTo>
                  <a:pt x="3600450" y="0"/>
                </a:lnTo>
                <a:lnTo>
                  <a:pt x="3600450" y="9525"/>
                </a:lnTo>
                <a:close/>
                <a:moveTo>
                  <a:pt x="3486150" y="9525"/>
                </a:moveTo>
                <a:lnTo>
                  <a:pt x="3429000" y="9525"/>
                </a:lnTo>
                <a:lnTo>
                  <a:pt x="3429000" y="0"/>
                </a:lnTo>
                <a:lnTo>
                  <a:pt x="3486150" y="0"/>
                </a:lnTo>
                <a:lnTo>
                  <a:pt x="3486150" y="9525"/>
                </a:lnTo>
                <a:close/>
                <a:moveTo>
                  <a:pt x="3371850" y="9525"/>
                </a:moveTo>
                <a:lnTo>
                  <a:pt x="3314700" y="9525"/>
                </a:lnTo>
                <a:lnTo>
                  <a:pt x="3314700" y="0"/>
                </a:lnTo>
                <a:lnTo>
                  <a:pt x="3371850" y="0"/>
                </a:lnTo>
                <a:lnTo>
                  <a:pt x="3371850" y="9525"/>
                </a:lnTo>
                <a:close/>
                <a:moveTo>
                  <a:pt x="3257550" y="9525"/>
                </a:moveTo>
                <a:lnTo>
                  <a:pt x="3200400" y="9525"/>
                </a:lnTo>
                <a:lnTo>
                  <a:pt x="3200400" y="0"/>
                </a:lnTo>
                <a:lnTo>
                  <a:pt x="3257550" y="0"/>
                </a:lnTo>
                <a:lnTo>
                  <a:pt x="3257550" y="9525"/>
                </a:lnTo>
                <a:close/>
                <a:moveTo>
                  <a:pt x="3143250" y="9525"/>
                </a:moveTo>
                <a:lnTo>
                  <a:pt x="3086100" y="9525"/>
                </a:lnTo>
                <a:lnTo>
                  <a:pt x="3086100" y="0"/>
                </a:lnTo>
                <a:lnTo>
                  <a:pt x="3143250" y="0"/>
                </a:lnTo>
                <a:lnTo>
                  <a:pt x="3143250" y="9525"/>
                </a:lnTo>
                <a:close/>
                <a:moveTo>
                  <a:pt x="3028950" y="9525"/>
                </a:moveTo>
                <a:lnTo>
                  <a:pt x="2971800" y="9525"/>
                </a:lnTo>
                <a:lnTo>
                  <a:pt x="2971800" y="0"/>
                </a:lnTo>
                <a:lnTo>
                  <a:pt x="3028950" y="0"/>
                </a:lnTo>
                <a:lnTo>
                  <a:pt x="3028950" y="9525"/>
                </a:lnTo>
                <a:close/>
                <a:moveTo>
                  <a:pt x="2914650" y="9525"/>
                </a:moveTo>
                <a:lnTo>
                  <a:pt x="2857500" y="9525"/>
                </a:lnTo>
                <a:lnTo>
                  <a:pt x="2857500" y="0"/>
                </a:lnTo>
                <a:lnTo>
                  <a:pt x="2914650" y="0"/>
                </a:lnTo>
                <a:lnTo>
                  <a:pt x="2914650" y="9525"/>
                </a:lnTo>
                <a:close/>
                <a:moveTo>
                  <a:pt x="2800350" y="9525"/>
                </a:moveTo>
                <a:lnTo>
                  <a:pt x="2743200" y="9525"/>
                </a:lnTo>
                <a:lnTo>
                  <a:pt x="2743200" y="0"/>
                </a:lnTo>
                <a:lnTo>
                  <a:pt x="2800350" y="0"/>
                </a:lnTo>
                <a:lnTo>
                  <a:pt x="2800350" y="9525"/>
                </a:lnTo>
                <a:close/>
                <a:moveTo>
                  <a:pt x="2686050" y="9525"/>
                </a:moveTo>
                <a:lnTo>
                  <a:pt x="2628900" y="9525"/>
                </a:lnTo>
                <a:lnTo>
                  <a:pt x="2628900" y="0"/>
                </a:lnTo>
                <a:lnTo>
                  <a:pt x="2686050" y="0"/>
                </a:lnTo>
                <a:lnTo>
                  <a:pt x="2686050" y="9525"/>
                </a:lnTo>
                <a:close/>
                <a:moveTo>
                  <a:pt x="2571750" y="9525"/>
                </a:moveTo>
                <a:lnTo>
                  <a:pt x="2514600" y="9525"/>
                </a:lnTo>
                <a:lnTo>
                  <a:pt x="2514600" y="0"/>
                </a:lnTo>
                <a:lnTo>
                  <a:pt x="2571750" y="0"/>
                </a:lnTo>
                <a:lnTo>
                  <a:pt x="2571750" y="9525"/>
                </a:lnTo>
                <a:close/>
                <a:moveTo>
                  <a:pt x="2457450" y="9525"/>
                </a:moveTo>
                <a:lnTo>
                  <a:pt x="2400300" y="9525"/>
                </a:lnTo>
                <a:lnTo>
                  <a:pt x="2400300" y="0"/>
                </a:lnTo>
                <a:lnTo>
                  <a:pt x="2457450" y="0"/>
                </a:lnTo>
                <a:lnTo>
                  <a:pt x="2457450" y="9525"/>
                </a:lnTo>
                <a:close/>
                <a:moveTo>
                  <a:pt x="2343150" y="9525"/>
                </a:moveTo>
                <a:lnTo>
                  <a:pt x="2286000" y="9525"/>
                </a:lnTo>
                <a:lnTo>
                  <a:pt x="2286000" y="0"/>
                </a:lnTo>
                <a:lnTo>
                  <a:pt x="2343150" y="0"/>
                </a:lnTo>
                <a:lnTo>
                  <a:pt x="2343150" y="9525"/>
                </a:lnTo>
                <a:close/>
                <a:moveTo>
                  <a:pt x="2228850" y="9525"/>
                </a:moveTo>
                <a:lnTo>
                  <a:pt x="2171700" y="9525"/>
                </a:lnTo>
                <a:lnTo>
                  <a:pt x="2171700" y="0"/>
                </a:lnTo>
                <a:lnTo>
                  <a:pt x="2228850" y="0"/>
                </a:lnTo>
                <a:lnTo>
                  <a:pt x="2228850" y="9525"/>
                </a:lnTo>
                <a:close/>
                <a:moveTo>
                  <a:pt x="2114550" y="9525"/>
                </a:moveTo>
                <a:lnTo>
                  <a:pt x="2057400" y="9525"/>
                </a:lnTo>
                <a:lnTo>
                  <a:pt x="2057400" y="0"/>
                </a:lnTo>
                <a:lnTo>
                  <a:pt x="2114550" y="0"/>
                </a:lnTo>
                <a:lnTo>
                  <a:pt x="2114550" y="9525"/>
                </a:lnTo>
                <a:close/>
                <a:moveTo>
                  <a:pt x="2000250" y="9525"/>
                </a:moveTo>
                <a:lnTo>
                  <a:pt x="1943100" y="9525"/>
                </a:lnTo>
                <a:lnTo>
                  <a:pt x="1943100" y="0"/>
                </a:lnTo>
                <a:lnTo>
                  <a:pt x="2000250" y="0"/>
                </a:lnTo>
                <a:lnTo>
                  <a:pt x="2000250" y="9525"/>
                </a:lnTo>
                <a:close/>
                <a:moveTo>
                  <a:pt x="1885950" y="9525"/>
                </a:moveTo>
                <a:lnTo>
                  <a:pt x="1828800" y="9525"/>
                </a:lnTo>
                <a:lnTo>
                  <a:pt x="1828800" y="0"/>
                </a:lnTo>
                <a:lnTo>
                  <a:pt x="1885950" y="0"/>
                </a:lnTo>
                <a:lnTo>
                  <a:pt x="1885950" y="9525"/>
                </a:lnTo>
                <a:close/>
                <a:moveTo>
                  <a:pt x="1771650" y="9525"/>
                </a:moveTo>
                <a:lnTo>
                  <a:pt x="1714500" y="9525"/>
                </a:lnTo>
                <a:lnTo>
                  <a:pt x="1714500" y="0"/>
                </a:lnTo>
                <a:lnTo>
                  <a:pt x="1771650" y="0"/>
                </a:lnTo>
                <a:lnTo>
                  <a:pt x="1771650" y="9525"/>
                </a:lnTo>
                <a:close/>
                <a:moveTo>
                  <a:pt x="1657350" y="9525"/>
                </a:moveTo>
                <a:lnTo>
                  <a:pt x="1600200" y="9525"/>
                </a:lnTo>
                <a:lnTo>
                  <a:pt x="1600200" y="0"/>
                </a:lnTo>
                <a:lnTo>
                  <a:pt x="1657350" y="0"/>
                </a:lnTo>
                <a:lnTo>
                  <a:pt x="1657350" y="9525"/>
                </a:lnTo>
                <a:close/>
                <a:moveTo>
                  <a:pt x="1543050" y="9525"/>
                </a:moveTo>
                <a:lnTo>
                  <a:pt x="1485900" y="9525"/>
                </a:lnTo>
                <a:lnTo>
                  <a:pt x="1485900" y="0"/>
                </a:lnTo>
                <a:lnTo>
                  <a:pt x="1543050" y="0"/>
                </a:lnTo>
                <a:lnTo>
                  <a:pt x="1543050" y="9525"/>
                </a:lnTo>
                <a:close/>
                <a:moveTo>
                  <a:pt x="1428750" y="9525"/>
                </a:moveTo>
                <a:lnTo>
                  <a:pt x="1371600" y="9525"/>
                </a:lnTo>
                <a:lnTo>
                  <a:pt x="1371600" y="0"/>
                </a:lnTo>
                <a:lnTo>
                  <a:pt x="1428750" y="0"/>
                </a:lnTo>
                <a:lnTo>
                  <a:pt x="1428750" y="9525"/>
                </a:lnTo>
                <a:close/>
                <a:moveTo>
                  <a:pt x="1314450" y="9525"/>
                </a:moveTo>
                <a:lnTo>
                  <a:pt x="1257300" y="9525"/>
                </a:lnTo>
                <a:lnTo>
                  <a:pt x="1257300" y="0"/>
                </a:lnTo>
                <a:lnTo>
                  <a:pt x="1314450" y="0"/>
                </a:lnTo>
                <a:lnTo>
                  <a:pt x="1314450" y="9525"/>
                </a:lnTo>
                <a:close/>
                <a:moveTo>
                  <a:pt x="1200150" y="9525"/>
                </a:moveTo>
                <a:lnTo>
                  <a:pt x="1143000" y="9525"/>
                </a:lnTo>
                <a:lnTo>
                  <a:pt x="1143000" y="0"/>
                </a:lnTo>
                <a:lnTo>
                  <a:pt x="1200150" y="0"/>
                </a:lnTo>
                <a:lnTo>
                  <a:pt x="1200150" y="9525"/>
                </a:lnTo>
                <a:close/>
                <a:moveTo>
                  <a:pt x="1085850" y="9525"/>
                </a:moveTo>
                <a:lnTo>
                  <a:pt x="1028700" y="9525"/>
                </a:lnTo>
                <a:lnTo>
                  <a:pt x="1028700" y="0"/>
                </a:lnTo>
                <a:lnTo>
                  <a:pt x="1085850" y="0"/>
                </a:lnTo>
                <a:lnTo>
                  <a:pt x="1085850" y="9525"/>
                </a:lnTo>
                <a:close/>
                <a:moveTo>
                  <a:pt x="971550" y="9525"/>
                </a:moveTo>
                <a:lnTo>
                  <a:pt x="914400" y="9525"/>
                </a:lnTo>
                <a:lnTo>
                  <a:pt x="914400" y="0"/>
                </a:lnTo>
                <a:lnTo>
                  <a:pt x="971550" y="0"/>
                </a:lnTo>
                <a:lnTo>
                  <a:pt x="971550" y="9525"/>
                </a:lnTo>
                <a:close/>
                <a:moveTo>
                  <a:pt x="857250" y="9525"/>
                </a:moveTo>
                <a:lnTo>
                  <a:pt x="800100" y="9525"/>
                </a:lnTo>
                <a:lnTo>
                  <a:pt x="800100" y="0"/>
                </a:lnTo>
                <a:lnTo>
                  <a:pt x="857250" y="0"/>
                </a:lnTo>
                <a:lnTo>
                  <a:pt x="857250" y="9525"/>
                </a:lnTo>
                <a:close/>
                <a:moveTo>
                  <a:pt x="742950" y="9525"/>
                </a:moveTo>
                <a:lnTo>
                  <a:pt x="685800" y="9525"/>
                </a:lnTo>
                <a:lnTo>
                  <a:pt x="685800" y="0"/>
                </a:lnTo>
                <a:lnTo>
                  <a:pt x="742950" y="0"/>
                </a:lnTo>
                <a:lnTo>
                  <a:pt x="742950" y="9525"/>
                </a:lnTo>
                <a:close/>
                <a:moveTo>
                  <a:pt x="628650" y="9525"/>
                </a:moveTo>
                <a:lnTo>
                  <a:pt x="571500" y="9525"/>
                </a:lnTo>
                <a:lnTo>
                  <a:pt x="571500" y="0"/>
                </a:lnTo>
                <a:lnTo>
                  <a:pt x="628650" y="0"/>
                </a:lnTo>
                <a:lnTo>
                  <a:pt x="628650" y="9525"/>
                </a:lnTo>
                <a:close/>
                <a:moveTo>
                  <a:pt x="514350" y="9525"/>
                </a:moveTo>
                <a:lnTo>
                  <a:pt x="457200" y="9525"/>
                </a:lnTo>
                <a:lnTo>
                  <a:pt x="457200" y="0"/>
                </a:lnTo>
                <a:lnTo>
                  <a:pt x="514350" y="0"/>
                </a:lnTo>
                <a:lnTo>
                  <a:pt x="514350" y="9525"/>
                </a:lnTo>
                <a:close/>
                <a:moveTo>
                  <a:pt x="400050" y="9525"/>
                </a:moveTo>
                <a:lnTo>
                  <a:pt x="342900" y="9525"/>
                </a:lnTo>
                <a:lnTo>
                  <a:pt x="342900" y="0"/>
                </a:lnTo>
                <a:lnTo>
                  <a:pt x="400050" y="0"/>
                </a:lnTo>
                <a:lnTo>
                  <a:pt x="400050" y="9525"/>
                </a:lnTo>
                <a:close/>
                <a:moveTo>
                  <a:pt x="285750" y="9525"/>
                </a:moveTo>
                <a:lnTo>
                  <a:pt x="228600" y="9525"/>
                </a:lnTo>
                <a:lnTo>
                  <a:pt x="228600" y="0"/>
                </a:lnTo>
                <a:lnTo>
                  <a:pt x="285750" y="0"/>
                </a:lnTo>
                <a:lnTo>
                  <a:pt x="285750" y="9525"/>
                </a:lnTo>
                <a:close/>
                <a:moveTo>
                  <a:pt x="171450" y="9525"/>
                </a:moveTo>
                <a:lnTo>
                  <a:pt x="114300" y="9525"/>
                </a:lnTo>
                <a:lnTo>
                  <a:pt x="114300" y="0"/>
                </a:lnTo>
                <a:lnTo>
                  <a:pt x="171450" y="0"/>
                </a:lnTo>
                <a:lnTo>
                  <a:pt x="171450" y="9525"/>
                </a:lnTo>
                <a:close/>
                <a:moveTo>
                  <a:pt x="5715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" y="0"/>
                </a:lnTo>
                <a:lnTo>
                  <a:pt x="57150" y="952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A7B85-0AB9-4B82-B049-3DD5E31A1BCF}"/>
              </a:ext>
            </a:extLst>
          </p:cNvPr>
          <p:cNvSpPr txBox="1"/>
          <p:nvPr/>
        </p:nvSpPr>
        <p:spPr>
          <a:xfrm>
            <a:off x="8509392" y="3060831"/>
            <a:ext cx="391454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>
                <a:solidFill>
                  <a:schemeClr val="bg2">
                    <a:lumMod val="25000"/>
                  </a:schemeClr>
                </a:solidFill>
                <a:latin typeface="Montserrat"/>
                <a:sym typeface="Poppins"/>
                <a:rtl val="0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9EB6E7-9088-44EC-A642-0A3EC5E12E9F}"/>
              </a:ext>
            </a:extLst>
          </p:cNvPr>
          <p:cNvSpPr txBox="1"/>
          <p:nvPr/>
        </p:nvSpPr>
        <p:spPr>
          <a:xfrm>
            <a:off x="3661612" y="2879760"/>
            <a:ext cx="2119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Y" sz="32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/>
                <a:sym typeface="Poppins"/>
                <a:rtl val="0"/>
              </a:rPr>
              <a:t>دراسة مرجعية</a:t>
            </a:r>
            <a:endParaRPr lang="en-US" sz="3200" b="1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"/>
              <a:sym typeface="Poppins"/>
              <a:rtl val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667710-DBBC-4A96-BBC6-AC6A54D7E549}"/>
              </a:ext>
            </a:extLst>
          </p:cNvPr>
          <p:cNvSpPr/>
          <p:nvPr/>
        </p:nvSpPr>
        <p:spPr>
          <a:xfrm>
            <a:off x="3742384" y="4535205"/>
            <a:ext cx="5086063" cy="9525"/>
          </a:xfrm>
          <a:custGeom>
            <a:avLst/>
            <a:gdLst>
              <a:gd name="connsiteX0" fmla="*/ 5086064 w 5086063"/>
              <a:gd name="connsiteY0" fmla="*/ 9525 h 9525"/>
              <a:gd name="connsiteX1" fmla="*/ 5029200 w 5086063"/>
              <a:gd name="connsiteY1" fmla="*/ 9525 h 9525"/>
              <a:gd name="connsiteX2" fmla="*/ 5029200 w 5086063"/>
              <a:gd name="connsiteY2" fmla="*/ 0 h 9525"/>
              <a:gd name="connsiteX3" fmla="*/ 5086064 w 5086063"/>
              <a:gd name="connsiteY3" fmla="*/ 0 h 9525"/>
              <a:gd name="connsiteX4" fmla="*/ 5086064 w 5086063"/>
              <a:gd name="connsiteY4" fmla="*/ 9525 h 9525"/>
              <a:gd name="connsiteX5" fmla="*/ 4972050 w 5086063"/>
              <a:gd name="connsiteY5" fmla="*/ 9525 h 9525"/>
              <a:gd name="connsiteX6" fmla="*/ 4914900 w 5086063"/>
              <a:gd name="connsiteY6" fmla="*/ 9525 h 9525"/>
              <a:gd name="connsiteX7" fmla="*/ 4914900 w 5086063"/>
              <a:gd name="connsiteY7" fmla="*/ 0 h 9525"/>
              <a:gd name="connsiteX8" fmla="*/ 4972050 w 5086063"/>
              <a:gd name="connsiteY8" fmla="*/ 0 h 9525"/>
              <a:gd name="connsiteX9" fmla="*/ 4972050 w 5086063"/>
              <a:gd name="connsiteY9" fmla="*/ 9525 h 9525"/>
              <a:gd name="connsiteX10" fmla="*/ 4857750 w 5086063"/>
              <a:gd name="connsiteY10" fmla="*/ 9525 h 9525"/>
              <a:gd name="connsiteX11" fmla="*/ 4800600 w 5086063"/>
              <a:gd name="connsiteY11" fmla="*/ 9525 h 9525"/>
              <a:gd name="connsiteX12" fmla="*/ 4800600 w 5086063"/>
              <a:gd name="connsiteY12" fmla="*/ 0 h 9525"/>
              <a:gd name="connsiteX13" fmla="*/ 4857750 w 5086063"/>
              <a:gd name="connsiteY13" fmla="*/ 0 h 9525"/>
              <a:gd name="connsiteX14" fmla="*/ 4857750 w 5086063"/>
              <a:gd name="connsiteY14" fmla="*/ 9525 h 9525"/>
              <a:gd name="connsiteX15" fmla="*/ 4743450 w 5086063"/>
              <a:gd name="connsiteY15" fmla="*/ 9525 h 9525"/>
              <a:gd name="connsiteX16" fmla="*/ 4686300 w 5086063"/>
              <a:gd name="connsiteY16" fmla="*/ 9525 h 9525"/>
              <a:gd name="connsiteX17" fmla="*/ 4686300 w 5086063"/>
              <a:gd name="connsiteY17" fmla="*/ 0 h 9525"/>
              <a:gd name="connsiteX18" fmla="*/ 4743450 w 5086063"/>
              <a:gd name="connsiteY18" fmla="*/ 0 h 9525"/>
              <a:gd name="connsiteX19" fmla="*/ 4743450 w 5086063"/>
              <a:gd name="connsiteY19" fmla="*/ 9525 h 9525"/>
              <a:gd name="connsiteX20" fmla="*/ 4629150 w 5086063"/>
              <a:gd name="connsiteY20" fmla="*/ 9525 h 9525"/>
              <a:gd name="connsiteX21" fmla="*/ 4572000 w 5086063"/>
              <a:gd name="connsiteY21" fmla="*/ 9525 h 9525"/>
              <a:gd name="connsiteX22" fmla="*/ 4572000 w 5086063"/>
              <a:gd name="connsiteY22" fmla="*/ 0 h 9525"/>
              <a:gd name="connsiteX23" fmla="*/ 4629150 w 5086063"/>
              <a:gd name="connsiteY23" fmla="*/ 0 h 9525"/>
              <a:gd name="connsiteX24" fmla="*/ 4629150 w 5086063"/>
              <a:gd name="connsiteY24" fmla="*/ 9525 h 9525"/>
              <a:gd name="connsiteX25" fmla="*/ 4514850 w 5086063"/>
              <a:gd name="connsiteY25" fmla="*/ 9525 h 9525"/>
              <a:gd name="connsiteX26" fmla="*/ 4457700 w 5086063"/>
              <a:gd name="connsiteY26" fmla="*/ 9525 h 9525"/>
              <a:gd name="connsiteX27" fmla="*/ 4457700 w 5086063"/>
              <a:gd name="connsiteY27" fmla="*/ 0 h 9525"/>
              <a:gd name="connsiteX28" fmla="*/ 4514850 w 5086063"/>
              <a:gd name="connsiteY28" fmla="*/ 0 h 9525"/>
              <a:gd name="connsiteX29" fmla="*/ 4514850 w 5086063"/>
              <a:gd name="connsiteY29" fmla="*/ 9525 h 9525"/>
              <a:gd name="connsiteX30" fmla="*/ 4400550 w 5086063"/>
              <a:gd name="connsiteY30" fmla="*/ 9525 h 9525"/>
              <a:gd name="connsiteX31" fmla="*/ 4343400 w 5086063"/>
              <a:gd name="connsiteY31" fmla="*/ 9525 h 9525"/>
              <a:gd name="connsiteX32" fmla="*/ 4343400 w 5086063"/>
              <a:gd name="connsiteY32" fmla="*/ 0 h 9525"/>
              <a:gd name="connsiteX33" fmla="*/ 4400550 w 5086063"/>
              <a:gd name="connsiteY33" fmla="*/ 0 h 9525"/>
              <a:gd name="connsiteX34" fmla="*/ 4400550 w 5086063"/>
              <a:gd name="connsiteY34" fmla="*/ 9525 h 9525"/>
              <a:gd name="connsiteX35" fmla="*/ 4286250 w 5086063"/>
              <a:gd name="connsiteY35" fmla="*/ 9525 h 9525"/>
              <a:gd name="connsiteX36" fmla="*/ 4229100 w 5086063"/>
              <a:gd name="connsiteY36" fmla="*/ 9525 h 9525"/>
              <a:gd name="connsiteX37" fmla="*/ 4229100 w 5086063"/>
              <a:gd name="connsiteY37" fmla="*/ 0 h 9525"/>
              <a:gd name="connsiteX38" fmla="*/ 4286250 w 5086063"/>
              <a:gd name="connsiteY38" fmla="*/ 0 h 9525"/>
              <a:gd name="connsiteX39" fmla="*/ 4286250 w 5086063"/>
              <a:gd name="connsiteY39" fmla="*/ 9525 h 9525"/>
              <a:gd name="connsiteX40" fmla="*/ 4171950 w 5086063"/>
              <a:gd name="connsiteY40" fmla="*/ 9525 h 9525"/>
              <a:gd name="connsiteX41" fmla="*/ 4114800 w 5086063"/>
              <a:gd name="connsiteY41" fmla="*/ 9525 h 9525"/>
              <a:gd name="connsiteX42" fmla="*/ 4114800 w 5086063"/>
              <a:gd name="connsiteY42" fmla="*/ 0 h 9525"/>
              <a:gd name="connsiteX43" fmla="*/ 4171950 w 5086063"/>
              <a:gd name="connsiteY43" fmla="*/ 0 h 9525"/>
              <a:gd name="connsiteX44" fmla="*/ 4171950 w 5086063"/>
              <a:gd name="connsiteY44" fmla="*/ 9525 h 9525"/>
              <a:gd name="connsiteX45" fmla="*/ 4057650 w 5086063"/>
              <a:gd name="connsiteY45" fmla="*/ 9525 h 9525"/>
              <a:gd name="connsiteX46" fmla="*/ 4000500 w 5086063"/>
              <a:gd name="connsiteY46" fmla="*/ 9525 h 9525"/>
              <a:gd name="connsiteX47" fmla="*/ 4000500 w 5086063"/>
              <a:gd name="connsiteY47" fmla="*/ 0 h 9525"/>
              <a:gd name="connsiteX48" fmla="*/ 4057650 w 5086063"/>
              <a:gd name="connsiteY48" fmla="*/ 0 h 9525"/>
              <a:gd name="connsiteX49" fmla="*/ 4057650 w 5086063"/>
              <a:gd name="connsiteY49" fmla="*/ 9525 h 9525"/>
              <a:gd name="connsiteX50" fmla="*/ 3943350 w 5086063"/>
              <a:gd name="connsiteY50" fmla="*/ 9525 h 9525"/>
              <a:gd name="connsiteX51" fmla="*/ 3886200 w 5086063"/>
              <a:gd name="connsiteY51" fmla="*/ 9525 h 9525"/>
              <a:gd name="connsiteX52" fmla="*/ 3886200 w 5086063"/>
              <a:gd name="connsiteY52" fmla="*/ 0 h 9525"/>
              <a:gd name="connsiteX53" fmla="*/ 3943350 w 5086063"/>
              <a:gd name="connsiteY53" fmla="*/ 0 h 9525"/>
              <a:gd name="connsiteX54" fmla="*/ 3943350 w 5086063"/>
              <a:gd name="connsiteY54" fmla="*/ 9525 h 9525"/>
              <a:gd name="connsiteX55" fmla="*/ 3829050 w 5086063"/>
              <a:gd name="connsiteY55" fmla="*/ 9525 h 9525"/>
              <a:gd name="connsiteX56" fmla="*/ 3771900 w 5086063"/>
              <a:gd name="connsiteY56" fmla="*/ 9525 h 9525"/>
              <a:gd name="connsiteX57" fmla="*/ 3771900 w 5086063"/>
              <a:gd name="connsiteY57" fmla="*/ 0 h 9525"/>
              <a:gd name="connsiteX58" fmla="*/ 3829050 w 5086063"/>
              <a:gd name="connsiteY58" fmla="*/ 0 h 9525"/>
              <a:gd name="connsiteX59" fmla="*/ 3829050 w 5086063"/>
              <a:gd name="connsiteY59" fmla="*/ 9525 h 9525"/>
              <a:gd name="connsiteX60" fmla="*/ 3714750 w 5086063"/>
              <a:gd name="connsiteY60" fmla="*/ 9525 h 9525"/>
              <a:gd name="connsiteX61" fmla="*/ 3657600 w 5086063"/>
              <a:gd name="connsiteY61" fmla="*/ 9525 h 9525"/>
              <a:gd name="connsiteX62" fmla="*/ 3657600 w 5086063"/>
              <a:gd name="connsiteY62" fmla="*/ 0 h 9525"/>
              <a:gd name="connsiteX63" fmla="*/ 3714750 w 5086063"/>
              <a:gd name="connsiteY63" fmla="*/ 0 h 9525"/>
              <a:gd name="connsiteX64" fmla="*/ 3714750 w 5086063"/>
              <a:gd name="connsiteY64" fmla="*/ 9525 h 9525"/>
              <a:gd name="connsiteX65" fmla="*/ 3600450 w 5086063"/>
              <a:gd name="connsiteY65" fmla="*/ 9525 h 9525"/>
              <a:gd name="connsiteX66" fmla="*/ 3543300 w 5086063"/>
              <a:gd name="connsiteY66" fmla="*/ 9525 h 9525"/>
              <a:gd name="connsiteX67" fmla="*/ 3543300 w 5086063"/>
              <a:gd name="connsiteY67" fmla="*/ 0 h 9525"/>
              <a:gd name="connsiteX68" fmla="*/ 3600450 w 5086063"/>
              <a:gd name="connsiteY68" fmla="*/ 0 h 9525"/>
              <a:gd name="connsiteX69" fmla="*/ 3600450 w 5086063"/>
              <a:gd name="connsiteY69" fmla="*/ 9525 h 9525"/>
              <a:gd name="connsiteX70" fmla="*/ 3486150 w 5086063"/>
              <a:gd name="connsiteY70" fmla="*/ 9525 h 9525"/>
              <a:gd name="connsiteX71" fmla="*/ 3429000 w 5086063"/>
              <a:gd name="connsiteY71" fmla="*/ 9525 h 9525"/>
              <a:gd name="connsiteX72" fmla="*/ 3429000 w 5086063"/>
              <a:gd name="connsiteY72" fmla="*/ 0 h 9525"/>
              <a:gd name="connsiteX73" fmla="*/ 3486150 w 5086063"/>
              <a:gd name="connsiteY73" fmla="*/ 0 h 9525"/>
              <a:gd name="connsiteX74" fmla="*/ 3486150 w 5086063"/>
              <a:gd name="connsiteY74" fmla="*/ 9525 h 9525"/>
              <a:gd name="connsiteX75" fmla="*/ 3371850 w 5086063"/>
              <a:gd name="connsiteY75" fmla="*/ 9525 h 9525"/>
              <a:gd name="connsiteX76" fmla="*/ 3314700 w 5086063"/>
              <a:gd name="connsiteY76" fmla="*/ 9525 h 9525"/>
              <a:gd name="connsiteX77" fmla="*/ 3314700 w 5086063"/>
              <a:gd name="connsiteY77" fmla="*/ 0 h 9525"/>
              <a:gd name="connsiteX78" fmla="*/ 3371850 w 5086063"/>
              <a:gd name="connsiteY78" fmla="*/ 0 h 9525"/>
              <a:gd name="connsiteX79" fmla="*/ 3371850 w 5086063"/>
              <a:gd name="connsiteY79" fmla="*/ 9525 h 9525"/>
              <a:gd name="connsiteX80" fmla="*/ 3257550 w 5086063"/>
              <a:gd name="connsiteY80" fmla="*/ 9525 h 9525"/>
              <a:gd name="connsiteX81" fmla="*/ 3200400 w 5086063"/>
              <a:gd name="connsiteY81" fmla="*/ 9525 h 9525"/>
              <a:gd name="connsiteX82" fmla="*/ 3200400 w 5086063"/>
              <a:gd name="connsiteY82" fmla="*/ 0 h 9525"/>
              <a:gd name="connsiteX83" fmla="*/ 3257550 w 5086063"/>
              <a:gd name="connsiteY83" fmla="*/ 0 h 9525"/>
              <a:gd name="connsiteX84" fmla="*/ 3257550 w 5086063"/>
              <a:gd name="connsiteY84" fmla="*/ 9525 h 9525"/>
              <a:gd name="connsiteX85" fmla="*/ 3143250 w 5086063"/>
              <a:gd name="connsiteY85" fmla="*/ 9525 h 9525"/>
              <a:gd name="connsiteX86" fmla="*/ 3086100 w 5086063"/>
              <a:gd name="connsiteY86" fmla="*/ 9525 h 9525"/>
              <a:gd name="connsiteX87" fmla="*/ 3086100 w 5086063"/>
              <a:gd name="connsiteY87" fmla="*/ 0 h 9525"/>
              <a:gd name="connsiteX88" fmla="*/ 3143250 w 5086063"/>
              <a:gd name="connsiteY88" fmla="*/ 0 h 9525"/>
              <a:gd name="connsiteX89" fmla="*/ 3143250 w 5086063"/>
              <a:gd name="connsiteY89" fmla="*/ 9525 h 9525"/>
              <a:gd name="connsiteX90" fmla="*/ 3028950 w 5086063"/>
              <a:gd name="connsiteY90" fmla="*/ 9525 h 9525"/>
              <a:gd name="connsiteX91" fmla="*/ 2971800 w 5086063"/>
              <a:gd name="connsiteY91" fmla="*/ 9525 h 9525"/>
              <a:gd name="connsiteX92" fmla="*/ 2971800 w 5086063"/>
              <a:gd name="connsiteY92" fmla="*/ 0 h 9525"/>
              <a:gd name="connsiteX93" fmla="*/ 3028950 w 5086063"/>
              <a:gd name="connsiteY93" fmla="*/ 0 h 9525"/>
              <a:gd name="connsiteX94" fmla="*/ 3028950 w 5086063"/>
              <a:gd name="connsiteY94" fmla="*/ 9525 h 9525"/>
              <a:gd name="connsiteX95" fmla="*/ 2914650 w 5086063"/>
              <a:gd name="connsiteY95" fmla="*/ 9525 h 9525"/>
              <a:gd name="connsiteX96" fmla="*/ 2857500 w 5086063"/>
              <a:gd name="connsiteY96" fmla="*/ 9525 h 9525"/>
              <a:gd name="connsiteX97" fmla="*/ 2857500 w 5086063"/>
              <a:gd name="connsiteY97" fmla="*/ 0 h 9525"/>
              <a:gd name="connsiteX98" fmla="*/ 2914650 w 5086063"/>
              <a:gd name="connsiteY98" fmla="*/ 0 h 9525"/>
              <a:gd name="connsiteX99" fmla="*/ 2914650 w 5086063"/>
              <a:gd name="connsiteY99" fmla="*/ 9525 h 9525"/>
              <a:gd name="connsiteX100" fmla="*/ 2800350 w 5086063"/>
              <a:gd name="connsiteY100" fmla="*/ 9525 h 9525"/>
              <a:gd name="connsiteX101" fmla="*/ 2743200 w 5086063"/>
              <a:gd name="connsiteY101" fmla="*/ 9525 h 9525"/>
              <a:gd name="connsiteX102" fmla="*/ 2743200 w 5086063"/>
              <a:gd name="connsiteY102" fmla="*/ 0 h 9525"/>
              <a:gd name="connsiteX103" fmla="*/ 2800350 w 5086063"/>
              <a:gd name="connsiteY103" fmla="*/ 0 h 9525"/>
              <a:gd name="connsiteX104" fmla="*/ 2800350 w 5086063"/>
              <a:gd name="connsiteY104" fmla="*/ 9525 h 9525"/>
              <a:gd name="connsiteX105" fmla="*/ 2686050 w 5086063"/>
              <a:gd name="connsiteY105" fmla="*/ 9525 h 9525"/>
              <a:gd name="connsiteX106" fmla="*/ 2628900 w 5086063"/>
              <a:gd name="connsiteY106" fmla="*/ 9525 h 9525"/>
              <a:gd name="connsiteX107" fmla="*/ 2628900 w 5086063"/>
              <a:gd name="connsiteY107" fmla="*/ 0 h 9525"/>
              <a:gd name="connsiteX108" fmla="*/ 2686050 w 5086063"/>
              <a:gd name="connsiteY108" fmla="*/ 0 h 9525"/>
              <a:gd name="connsiteX109" fmla="*/ 2686050 w 5086063"/>
              <a:gd name="connsiteY109" fmla="*/ 9525 h 9525"/>
              <a:gd name="connsiteX110" fmla="*/ 2571750 w 5086063"/>
              <a:gd name="connsiteY110" fmla="*/ 9525 h 9525"/>
              <a:gd name="connsiteX111" fmla="*/ 2514600 w 5086063"/>
              <a:gd name="connsiteY111" fmla="*/ 9525 h 9525"/>
              <a:gd name="connsiteX112" fmla="*/ 2514600 w 5086063"/>
              <a:gd name="connsiteY112" fmla="*/ 0 h 9525"/>
              <a:gd name="connsiteX113" fmla="*/ 2571750 w 5086063"/>
              <a:gd name="connsiteY113" fmla="*/ 0 h 9525"/>
              <a:gd name="connsiteX114" fmla="*/ 2571750 w 5086063"/>
              <a:gd name="connsiteY114" fmla="*/ 9525 h 9525"/>
              <a:gd name="connsiteX115" fmla="*/ 2457450 w 5086063"/>
              <a:gd name="connsiteY115" fmla="*/ 9525 h 9525"/>
              <a:gd name="connsiteX116" fmla="*/ 2400300 w 5086063"/>
              <a:gd name="connsiteY116" fmla="*/ 9525 h 9525"/>
              <a:gd name="connsiteX117" fmla="*/ 2400300 w 5086063"/>
              <a:gd name="connsiteY117" fmla="*/ 0 h 9525"/>
              <a:gd name="connsiteX118" fmla="*/ 2457450 w 5086063"/>
              <a:gd name="connsiteY118" fmla="*/ 0 h 9525"/>
              <a:gd name="connsiteX119" fmla="*/ 2457450 w 5086063"/>
              <a:gd name="connsiteY119" fmla="*/ 9525 h 9525"/>
              <a:gd name="connsiteX120" fmla="*/ 2343150 w 5086063"/>
              <a:gd name="connsiteY120" fmla="*/ 9525 h 9525"/>
              <a:gd name="connsiteX121" fmla="*/ 2286000 w 5086063"/>
              <a:gd name="connsiteY121" fmla="*/ 9525 h 9525"/>
              <a:gd name="connsiteX122" fmla="*/ 2286000 w 5086063"/>
              <a:gd name="connsiteY122" fmla="*/ 0 h 9525"/>
              <a:gd name="connsiteX123" fmla="*/ 2343150 w 5086063"/>
              <a:gd name="connsiteY123" fmla="*/ 0 h 9525"/>
              <a:gd name="connsiteX124" fmla="*/ 2343150 w 5086063"/>
              <a:gd name="connsiteY124" fmla="*/ 9525 h 9525"/>
              <a:gd name="connsiteX125" fmla="*/ 2228850 w 5086063"/>
              <a:gd name="connsiteY125" fmla="*/ 9525 h 9525"/>
              <a:gd name="connsiteX126" fmla="*/ 2171700 w 5086063"/>
              <a:gd name="connsiteY126" fmla="*/ 9525 h 9525"/>
              <a:gd name="connsiteX127" fmla="*/ 2171700 w 5086063"/>
              <a:gd name="connsiteY127" fmla="*/ 0 h 9525"/>
              <a:gd name="connsiteX128" fmla="*/ 2228850 w 5086063"/>
              <a:gd name="connsiteY128" fmla="*/ 0 h 9525"/>
              <a:gd name="connsiteX129" fmla="*/ 2228850 w 5086063"/>
              <a:gd name="connsiteY129" fmla="*/ 9525 h 9525"/>
              <a:gd name="connsiteX130" fmla="*/ 2114550 w 5086063"/>
              <a:gd name="connsiteY130" fmla="*/ 9525 h 9525"/>
              <a:gd name="connsiteX131" fmla="*/ 2057400 w 5086063"/>
              <a:gd name="connsiteY131" fmla="*/ 9525 h 9525"/>
              <a:gd name="connsiteX132" fmla="*/ 2057400 w 5086063"/>
              <a:gd name="connsiteY132" fmla="*/ 0 h 9525"/>
              <a:gd name="connsiteX133" fmla="*/ 2114550 w 5086063"/>
              <a:gd name="connsiteY133" fmla="*/ 0 h 9525"/>
              <a:gd name="connsiteX134" fmla="*/ 2114550 w 5086063"/>
              <a:gd name="connsiteY134" fmla="*/ 9525 h 9525"/>
              <a:gd name="connsiteX135" fmla="*/ 2000250 w 5086063"/>
              <a:gd name="connsiteY135" fmla="*/ 9525 h 9525"/>
              <a:gd name="connsiteX136" fmla="*/ 1943100 w 5086063"/>
              <a:gd name="connsiteY136" fmla="*/ 9525 h 9525"/>
              <a:gd name="connsiteX137" fmla="*/ 1943100 w 5086063"/>
              <a:gd name="connsiteY137" fmla="*/ 0 h 9525"/>
              <a:gd name="connsiteX138" fmla="*/ 2000250 w 5086063"/>
              <a:gd name="connsiteY138" fmla="*/ 0 h 9525"/>
              <a:gd name="connsiteX139" fmla="*/ 2000250 w 5086063"/>
              <a:gd name="connsiteY139" fmla="*/ 9525 h 9525"/>
              <a:gd name="connsiteX140" fmla="*/ 1885950 w 5086063"/>
              <a:gd name="connsiteY140" fmla="*/ 9525 h 9525"/>
              <a:gd name="connsiteX141" fmla="*/ 1828800 w 5086063"/>
              <a:gd name="connsiteY141" fmla="*/ 9525 h 9525"/>
              <a:gd name="connsiteX142" fmla="*/ 1828800 w 5086063"/>
              <a:gd name="connsiteY142" fmla="*/ 0 h 9525"/>
              <a:gd name="connsiteX143" fmla="*/ 1885950 w 5086063"/>
              <a:gd name="connsiteY143" fmla="*/ 0 h 9525"/>
              <a:gd name="connsiteX144" fmla="*/ 1885950 w 5086063"/>
              <a:gd name="connsiteY144" fmla="*/ 9525 h 9525"/>
              <a:gd name="connsiteX145" fmla="*/ 1771650 w 5086063"/>
              <a:gd name="connsiteY145" fmla="*/ 9525 h 9525"/>
              <a:gd name="connsiteX146" fmla="*/ 1714500 w 5086063"/>
              <a:gd name="connsiteY146" fmla="*/ 9525 h 9525"/>
              <a:gd name="connsiteX147" fmla="*/ 1714500 w 5086063"/>
              <a:gd name="connsiteY147" fmla="*/ 0 h 9525"/>
              <a:gd name="connsiteX148" fmla="*/ 1771650 w 5086063"/>
              <a:gd name="connsiteY148" fmla="*/ 0 h 9525"/>
              <a:gd name="connsiteX149" fmla="*/ 1771650 w 5086063"/>
              <a:gd name="connsiteY149" fmla="*/ 9525 h 9525"/>
              <a:gd name="connsiteX150" fmla="*/ 1657350 w 5086063"/>
              <a:gd name="connsiteY150" fmla="*/ 9525 h 9525"/>
              <a:gd name="connsiteX151" fmla="*/ 1600200 w 5086063"/>
              <a:gd name="connsiteY151" fmla="*/ 9525 h 9525"/>
              <a:gd name="connsiteX152" fmla="*/ 1600200 w 5086063"/>
              <a:gd name="connsiteY152" fmla="*/ 0 h 9525"/>
              <a:gd name="connsiteX153" fmla="*/ 1657350 w 5086063"/>
              <a:gd name="connsiteY153" fmla="*/ 0 h 9525"/>
              <a:gd name="connsiteX154" fmla="*/ 1657350 w 5086063"/>
              <a:gd name="connsiteY154" fmla="*/ 9525 h 9525"/>
              <a:gd name="connsiteX155" fmla="*/ 1543050 w 5086063"/>
              <a:gd name="connsiteY155" fmla="*/ 9525 h 9525"/>
              <a:gd name="connsiteX156" fmla="*/ 1485900 w 5086063"/>
              <a:gd name="connsiteY156" fmla="*/ 9525 h 9525"/>
              <a:gd name="connsiteX157" fmla="*/ 1485900 w 5086063"/>
              <a:gd name="connsiteY157" fmla="*/ 0 h 9525"/>
              <a:gd name="connsiteX158" fmla="*/ 1543050 w 5086063"/>
              <a:gd name="connsiteY158" fmla="*/ 0 h 9525"/>
              <a:gd name="connsiteX159" fmla="*/ 1543050 w 5086063"/>
              <a:gd name="connsiteY159" fmla="*/ 9525 h 9525"/>
              <a:gd name="connsiteX160" fmla="*/ 1428750 w 5086063"/>
              <a:gd name="connsiteY160" fmla="*/ 9525 h 9525"/>
              <a:gd name="connsiteX161" fmla="*/ 1371600 w 5086063"/>
              <a:gd name="connsiteY161" fmla="*/ 9525 h 9525"/>
              <a:gd name="connsiteX162" fmla="*/ 1371600 w 5086063"/>
              <a:gd name="connsiteY162" fmla="*/ 0 h 9525"/>
              <a:gd name="connsiteX163" fmla="*/ 1428750 w 5086063"/>
              <a:gd name="connsiteY163" fmla="*/ 0 h 9525"/>
              <a:gd name="connsiteX164" fmla="*/ 1428750 w 5086063"/>
              <a:gd name="connsiteY164" fmla="*/ 9525 h 9525"/>
              <a:gd name="connsiteX165" fmla="*/ 1314450 w 5086063"/>
              <a:gd name="connsiteY165" fmla="*/ 9525 h 9525"/>
              <a:gd name="connsiteX166" fmla="*/ 1257300 w 5086063"/>
              <a:gd name="connsiteY166" fmla="*/ 9525 h 9525"/>
              <a:gd name="connsiteX167" fmla="*/ 1257300 w 5086063"/>
              <a:gd name="connsiteY167" fmla="*/ 0 h 9525"/>
              <a:gd name="connsiteX168" fmla="*/ 1314450 w 5086063"/>
              <a:gd name="connsiteY168" fmla="*/ 0 h 9525"/>
              <a:gd name="connsiteX169" fmla="*/ 1314450 w 5086063"/>
              <a:gd name="connsiteY169" fmla="*/ 9525 h 9525"/>
              <a:gd name="connsiteX170" fmla="*/ 1200150 w 5086063"/>
              <a:gd name="connsiteY170" fmla="*/ 9525 h 9525"/>
              <a:gd name="connsiteX171" fmla="*/ 1143000 w 5086063"/>
              <a:gd name="connsiteY171" fmla="*/ 9525 h 9525"/>
              <a:gd name="connsiteX172" fmla="*/ 1143000 w 5086063"/>
              <a:gd name="connsiteY172" fmla="*/ 0 h 9525"/>
              <a:gd name="connsiteX173" fmla="*/ 1200150 w 5086063"/>
              <a:gd name="connsiteY173" fmla="*/ 0 h 9525"/>
              <a:gd name="connsiteX174" fmla="*/ 1200150 w 5086063"/>
              <a:gd name="connsiteY174" fmla="*/ 9525 h 9525"/>
              <a:gd name="connsiteX175" fmla="*/ 1085850 w 5086063"/>
              <a:gd name="connsiteY175" fmla="*/ 9525 h 9525"/>
              <a:gd name="connsiteX176" fmla="*/ 1028700 w 5086063"/>
              <a:gd name="connsiteY176" fmla="*/ 9525 h 9525"/>
              <a:gd name="connsiteX177" fmla="*/ 1028700 w 5086063"/>
              <a:gd name="connsiteY177" fmla="*/ 0 h 9525"/>
              <a:gd name="connsiteX178" fmla="*/ 1085850 w 5086063"/>
              <a:gd name="connsiteY178" fmla="*/ 0 h 9525"/>
              <a:gd name="connsiteX179" fmla="*/ 1085850 w 5086063"/>
              <a:gd name="connsiteY179" fmla="*/ 9525 h 9525"/>
              <a:gd name="connsiteX180" fmla="*/ 971550 w 5086063"/>
              <a:gd name="connsiteY180" fmla="*/ 9525 h 9525"/>
              <a:gd name="connsiteX181" fmla="*/ 914400 w 5086063"/>
              <a:gd name="connsiteY181" fmla="*/ 9525 h 9525"/>
              <a:gd name="connsiteX182" fmla="*/ 914400 w 5086063"/>
              <a:gd name="connsiteY182" fmla="*/ 0 h 9525"/>
              <a:gd name="connsiteX183" fmla="*/ 971550 w 5086063"/>
              <a:gd name="connsiteY183" fmla="*/ 0 h 9525"/>
              <a:gd name="connsiteX184" fmla="*/ 971550 w 5086063"/>
              <a:gd name="connsiteY184" fmla="*/ 9525 h 9525"/>
              <a:gd name="connsiteX185" fmla="*/ 857250 w 5086063"/>
              <a:gd name="connsiteY185" fmla="*/ 9525 h 9525"/>
              <a:gd name="connsiteX186" fmla="*/ 800100 w 5086063"/>
              <a:gd name="connsiteY186" fmla="*/ 9525 h 9525"/>
              <a:gd name="connsiteX187" fmla="*/ 800100 w 5086063"/>
              <a:gd name="connsiteY187" fmla="*/ 0 h 9525"/>
              <a:gd name="connsiteX188" fmla="*/ 857250 w 5086063"/>
              <a:gd name="connsiteY188" fmla="*/ 0 h 9525"/>
              <a:gd name="connsiteX189" fmla="*/ 857250 w 5086063"/>
              <a:gd name="connsiteY189" fmla="*/ 9525 h 9525"/>
              <a:gd name="connsiteX190" fmla="*/ 742950 w 5086063"/>
              <a:gd name="connsiteY190" fmla="*/ 9525 h 9525"/>
              <a:gd name="connsiteX191" fmla="*/ 685800 w 5086063"/>
              <a:gd name="connsiteY191" fmla="*/ 9525 h 9525"/>
              <a:gd name="connsiteX192" fmla="*/ 685800 w 5086063"/>
              <a:gd name="connsiteY192" fmla="*/ 0 h 9525"/>
              <a:gd name="connsiteX193" fmla="*/ 742950 w 5086063"/>
              <a:gd name="connsiteY193" fmla="*/ 0 h 9525"/>
              <a:gd name="connsiteX194" fmla="*/ 742950 w 5086063"/>
              <a:gd name="connsiteY194" fmla="*/ 9525 h 9525"/>
              <a:gd name="connsiteX195" fmla="*/ 628650 w 5086063"/>
              <a:gd name="connsiteY195" fmla="*/ 9525 h 9525"/>
              <a:gd name="connsiteX196" fmla="*/ 571500 w 5086063"/>
              <a:gd name="connsiteY196" fmla="*/ 9525 h 9525"/>
              <a:gd name="connsiteX197" fmla="*/ 571500 w 5086063"/>
              <a:gd name="connsiteY197" fmla="*/ 0 h 9525"/>
              <a:gd name="connsiteX198" fmla="*/ 628650 w 5086063"/>
              <a:gd name="connsiteY198" fmla="*/ 0 h 9525"/>
              <a:gd name="connsiteX199" fmla="*/ 628650 w 5086063"/>
              <a:gd name="connsiteY199" fmla="*/ 9525 h 9525"/>
              <a:gd name="connsiteX200" fmla="*/ 514350 w 5086063"/>
              <a:gd name="connsiteY200" fmla="*/ 9525 h 9525"/>
              <a:gd name="connsiteX201" fmla="*/ 457200 w 5086063"/>
              <a:gd name="connsiteY201" fmla="*/ 9525 h 9525"/>
              <a:gd name="connsiteX202" fmla="*/ 457200 w 5086063"/>
              <a:gd name="connsiteY202" fmla="*/ 0 h 9525"/>
              <a:gd name="connsiteX203" fmla="*/ 514350 w 5086063"/>
              <a:gd name="connsiteY203" fmla="*/ 0 h 9525"/>
              <a:gd name="connsiteX204" fmla="*/ 514350 w 5086063"/>
              <a:gd name="connsiteY204" fmla="*/ 9525 h 9525"/>
              <a:gd name="connsiteX205" fmla="*/ 400050 w 5086063"/>
              <a:gd name="connsiteY205" fmla="*/ 9525 h 9525"/>
              <a:gd name="connsiteX206" fmla="*/ 342900 w 5086063"/>
              <a:gd name="connsiteY206" fmla="*/ 9525 h 9525"/>
              <a:gd name="connsiteX207" fmla="*/ 342900 w 5086063"/>
              <a:gd name="connsiteY207" fmla="*/ 0 h 9525"/>
              <a:gd name="connsiteX208" fmla="*/ 400050 w 5086063"/>
              <a:gd name="connsiteY208" fmla="*/ 0 h 9525"/>
              <a:gd name="connsiteX209" fmla="*/ 400050 w 5086063"/>
              <a:gd name="connsiteY209" fmla="*/ 9525 h 9525"/>
              <a:gd name="connsiteX210" fmla="*/ 285750 w 5086063"/>
              <a:gd name="connsiteY210" fmla="*/ 9525 h 9525"/>
              <a:gd name="connsiteX211" fmla="*/ 228600 w 5086063"/>
              <a:gd name="connsiteY211" fmla="*/ 9525 h 9525"/>
              <a:gd name="connsiteX212" fmla="*/ 228600 w 5086063"/>
              <a:gd name="connsiteY212" fmla="*/ 0 h 9525"/>
              <a:gd name="connsiteX213" fmla="*/ 285750 w 5086063"/>
              <a:gd name="connsiteY213" fmla="*/ 0 h 9525"/>
              <a:gd name="connsiteX214" fmla="*/ 285750 w 5086063"/>
              <a:gd name="connsiteY214" fmla="*/ 9525 h 9525"/>
              <a:gd name="connsiteX215" fmla="*/ 171450 w 5086063"/>
              <a:gd name="connsiteY215" fmla="*/ 9525 h 9525"/>
              <a:gd name="connsiteX216" fmla="*/ 114300 w 5086063"/>
              <a:gd name="connsiteY216" fmla="*/ 9525 h 9525"/>
              <a:gd name="connsiteX217" fmla="*/ 114300 w 5086063"/>
              <a:gd name="connsiteY217" fmla="*/ 0 h 9525"/>
              <a:gd name="connsiteX218" fmla="*/ 171450 w 5086063"/>
              <a:gd name="connsiteY218" fmla="*/ 0 h 9525"/>
              <a:gd name="connsiteX219" fmla="*/ 171450 w 5086063"/>
              <a:gd name="connsiteY219" fmla="*/ 9525 h 9525"/>
              <a:gd name="connsiteX220" fmla="*/ 57150 w 5086063"/>
              <a:gd name="connsiteY220" fmla="*/ 9525 h 9525"/>
              <a:gd name="connsiteX221" fmla="*/ 0 w 5086063"/>
              <a:gd name="connsiteY221" fmla="*/ 9525 h 9525"/>
              <a:gd name="connsiteX222" fmla="*/ 0 w 5086063"/>
              <a:gd name="connsiteY222" fmla="*/ 0 h 9525"/>
              <a:gd name="connsiteX223" fmla="*/ 57150 w 5086063"/>
              <a:gd name="connsiteY223" fmla="*/ 0 h 9525"/>
              <a:gd name="connsiteX224" fmla="*/ 57150 w 5086063"/>
              <a:gd name="connsiteY224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086063" h="9525">
                <a:moveTo>
                  <a:pt x="5086064" y="9525"/>
                </a:moveTo>
                <a:lnTo>
                  <a:pt x="5029200" y="9525"/>
                </a:lnTo>
                <a:lnTo>
                  <a:pt x="5029200" y="0"/>
                </a:lnTo>
                <a:lnTo>
                  <a:pt x="5086064" y="0"/>
                </a:lnTo>
                <a:lnTo>
                  <a:pt x="5086064" y="9525"/>
                </a:lnTo>
                <a:close/>
                <a:moveTo>
                  <a:pt x="4972050" y="9525"/>
                </a:moveTo>
                <a:lnTo>
                  <a:pt x="4914900" y="9525"/>
                </a:lnTo>
                <a:lnTo>
                  <a:pt x="4914900" y="0"/>
                </a:lnTo>
                <a:lnTo>
                  <a:pt x="4972050" y="0"/>
                </a:lnTo>
                <a:lnTo>
                  <a:pt x="4972050" y="9525"/>
                </a:lnTo>
                <a:close/>
                <a:moveTo>
                  <a:pt x="4857750" y="9525"/>
                </a:moveTo>
                <a:lnTo>
                  <a:pt x="4800600" y="9525"/>
                </a:lnTo>
                <a:lnTo>
                  <a:pt x="4800600" y="0"/>
                </a:lnTo>
                <a:lnTo>
                  <a:pt x="4857750" y="0"/>
                </a:lnTo>
                <a:lnTo>
                  <a:pt x="4857750" y="9525"/>
                </a:lnTo>
                <a:close/>
                <a:moveTo>
                  <a:pt x="4743450" y="9525"/>
                </a:moveTo>
                <a:lnTo>
                  <a:pt x="4686300" y="9525"/>
                </a:lnTo>
                <a:lnTo>
                  <a:pt x="4686300" y="0"/>
                </a:lnTo>
                <a:lnTo>
                  <a:pt x="4743450" y="0"/>
                </a:lnTo>
                <a:lnTo>
                  <a:pt x="4743450" y="9525"/>
                </a:lnTo>
                <a:close/>
                <a:moveTo>
                  <a:pt x="4629150" y="9525"/>
                </a:moveTo>
                <a:lnTo>
                  <a:pt x="4572000" y="9525"/>
                </a:lnTo>
                <a:lnTo>
                  <a:pt x="4572000" y="0"/>
                </a:lnTo>
                <a:lnTo>
                  <a:pt x="4629150" y="0"/>
                </a:lnTo>
                <a:lnTo>
                  <a:pt x="4629150" y="9525"/>
                </a:lnTo>
                <a:close/>
                <a:moveTo>
                  <a:pt x="4514850" y="9525"/>
                </a:moveTo>
                <a:lnTo>
                  <a:pt x="4457700" y="9525"/>
                </a:lnTo>
                <a:lnTo>
                  <a:pt x="4457700" y="0"/>
                </a:lnTo>
                <a:lnTo>
                  <a:pt x="4514850" y="0"/>
                </a:lnTo>
                <a:lnTo>
                  <a:pt x="4514850" y="9525"/>
                </a:lnTo>
                <a:close/>
                <a:moveTo>
                  <a:pt x="4400550" y="9525"/>
                </a:moveTo>
                <a:lnTo>
                  <a:pt x="4343400" y="9525"/>
                </a:lnTo>
                <a:lnTo>
                  <a:pt x="4343400" y="0"/>
                </a:lnTo>
                <a:lnTo>
                  <a:pt x="4400550" y="0"/>
                </a:lnTo>
                <a:lnTo>
                  <a:pt x="4400550" y="9525"/>
                </a:lnTo>
                <a:close/>
                <a:moveTo>
                  <a:pt x="4286250" y="9525"/>
                </a:moveTo>
                <a:lnTo>
                  <a:pt x="4229100" y="9525"/>
                </a:lnTo>
                <a:lnTo>
                  <a:pt x="4229100" y="0"/>
                </a:lnTo>
                <a:lnTo>
                  <a:pt x="4286250" y="0"/>
                </a:lnTo>
                <a:lnTo>
                  <a:pt x="4286250" y="9525"/>
                </a:lnTo>
                <a:close/>
                <a:moveTo>
                  <a:pt x="4171950" y="9525"/>
                </a:moveTo>
                <a:lnTo>
                  <a:pt x="4114800" y="9525"/>
                </a:lnTo>
                <a:lnTo>
                  <a:pt x="4114800" y="0"/>
                </a:lnTo>
                <a:lnTo>
                  <a:pt x="4171950" y="0"/>
                </a:lnTo>
                <a:lnTo>
                  <a:pt x="4171950" y="9525"/>
                </a:lnTo>
                <a:close/>
                <a:moveTo>
                  <a:pt x="4057650" y="9525"/>
                </a:moveTo>
                <a:lnTo>
                  <a:pt x="4000500" y="9525"/>
                </a:lnTo>
                <a:lnTo>
                  <a:pt x="4000500" y="0"/>
                </a:lnTo>
                <a:lnTo>
                  <a:pt x="4057650" y="0"/>
                </a:lnTo>
                <a:lnTo>
                  <a:pt x="4057650" y="9525"/>
                </a:lnTo>
                <a:close/>
                <a:moveTo>
                  <a:pt x="3943350" y="9525"/>
                </a:moveTo>
                <a:lnTo>
                  <a:pt x="3886200" y="9525"/>
                </a:lnTo>
                <a:lnTo>
                  <a:pt x="3886200" y="0"/>
                </a:lnTo>
                <a:lnTo>
                  <a:pt x="3943350" y="0"/>
                </a:lnTo>
                <a:lnTo>
                  <a:pt x="3943350" y="9525"/>
                </a:lnTo>
                <a:close/>
                <a:moveTo>
                  <a:pt x="3829050" y="9525"/>
                </a:moveTo>
                <a:lnTo>
                  <a:pt x="3771900" y="9525"/>
                </a:lnTo>
                <a:lnTo>
                  <a:pt x="3771900" y="0"/>
                </a:lnTo>
                <a:lnTo>
                  <a:pt x="3829050" y="0"/>
                </a:lnTo>
                <a:lnTo>
                  <a:pt x="3829050" y="9525"/>
                </a:lnTo>
                <a:close/>
                <a:moveTo>
                  <a:pt x="3714750" y="9525"/>
                </a:moveTo>
                <a:lnTo>
                  <a:pt x="3657600" y="9525"/>
                </a:lnTo>
                <a:lnTo>
                  <a:pt x="3657600" y="0"/>
                </a:lnTo>
                <a:lnTo>
                  <a:pt x="3714750" y="0"/>
                </a:lnTo>
                <a:lnTo>
                  <a:pt x="3714750" y="9525"/>
                </a:lnTo>
                <a:close/>
                <a:moveTo>
                  <a:pt x="3600450" y="9525"/>
                </a:moveTo>
                <a:lnTo>
                  <a:pt x="3543300" y="9525"/>
                </a:lnTo>
                <a:lnTo>
                  <a:pt x="3543300" y="0"/>
                </a:lnTo>
                <a:lnTo>
                  <a:pt x="3600450" y="0"/>
                </a:lnTo>
                <a:lnTo>
                  <a:pt x="3600450" y="9525"/>
                </a:lnTo>
                <a:close/>
                <a:moveTo>
                  <a:pt x="3486150" y="9525"/>
                </a:moveTo>
                <a:lnTo>
                  <a:pt x="3429000" y="9525"/>
                </a:lnTo>
                <a:lnTo>
                  <a:pt x="3429000" y="0"/>
                </a:lnTo>
                <a:lnTo>
                  <a:pt x="3486150" y="0"/>
                </a:lnTo>
                <a:lnTo>
                  <a:pt x="3486150" y="9525"/>
                </a:lnTo>
                <a:close/>
                <a:moveTo>
                  <a:pt x="3371850" y="9525"/>
                </a:moveTo>
                <a:lnTo>
                  <a:pt x="3314700" y="9525"/>
                </a:lnTo>
                <a:lnTo>
                  <a:pt x="3314700" y="0"/>
                </a:lnTo>
                <a:lnTo>
                  <a:pt x="3371850" y="0"/>
                </a:lnTo>
                <a:lnTo>
                  <a:pt x="3371850" y="9525"/>
                </a:lnTo>
                <a:close/>
                <a:moveTo>
                  <a:pt x="3257550" y="9525"/>
                </a:moveTo>
                <a:lnTo>
                  <a:pt x="3200400" y="9525"/>
                </a:lnTo>
                <a:lnTo>
                  <a:pt x="3200400" y="0"/>
                </a:lnTo>
                <a:lnTo>
                  <a:pt x="3257550" y="0"/>
                </a:lnTo>
                <a:lnTo>
                  <a:pt x="3257550" y="9525"/>
                </a:lnTo>
                <a:close/>
                <a:moveTo>
                  <a:pt x="3143250" y="9525"/>
                </a:moveTo>
                <a:lnTo>
                  <a:pt x="3086100" y="9525"/>
                </a:lnTo>
                <a:lnTo>
                  <a:pt x="3086100" y="0"/>
                </a:lnTo>
                <a:lnTo>
                  <a:pt x="3143250" y="0"/>
                </a:lnTo>
                <a:lnTo>
                  <a:pt x="3143250" y="9525"/>
                </a:lnTo>
                <a:close/>
                <a:moveTo>
                  <a:pt x="3028950" y="9525"/>
                </a:moveTo>
                <a:lnTo>
                  <a:pt x="2971800" y="9525"/>
                </a:lnTo>
                <a:lnTo>
                  <a:pt x="2971800" y="0"/>
                </a:lnTo>
                <a:lnTo>
                  <a:pt x="3028950" y="0"/>
                </a:lnTo>
                <a:lnTo>
                  <a:pt x="3028950" y="9525"/>
                </a:lnTo>
                <a:close/>
                <a:moveTo>
                  <a:pt x="2914650" y="9525"/>
                </a:moveTo>
                <a:lnTo>
                  <a:pt x="2857500" y="9525"/>
                </a:lnTo>
                <a:lnTo>
                  <a:pt x="2857500" y="0"/>
                </a:lnTo>
                <a:lnTo>
                  <a:pt x="2914650" y="0"/>
                </a:lnTo>
                <a:lnTo>
                  <a:pt x="2914650" y="9525"/>
                </a:lnTo>
                <a:close/>
                <a:moveTo>
                  <a:pt x="2800350" y="9525"/>
                </a:moveTo>
                <a:lnTo>
                  <a:pt x="2743200" y="9525"/>
                </a:lnTo>
                <a:lnTo>
                  <a:pt x="2743200" y="0"/>
                </a:lnTo>
                <a:lnTo>
                  <a:pt x="2800350" y="0"/>
                </a:lnTo>
                <a:lnTo>
                  <a:pt x="2800350" y="9525"/>
                </a:lnTo>
                <a:close/>
                <a:moveTo>
                  <a:pt x="2686050" y="9525"/>
                </a:moveTo>
                <a:lnTo>
                  <a:pt x="2628900" y="9525"/>
                </a:lnTo>
                <a:lnTo>
                  <a:pt x="2628900" y="0"/>
                </a:lnTo>
                <a:lnTo>
                  <a:pt x="2686050" y="0"/>
                </a:lnTo>
                <a:lnTo>
                  <a:pt x="2686050" y="9525"/>
                </a:lnTo>
                <a:close/>
                <a:moveTo>
                  <a:pt x="2571750" y="9525"/>
                </a:moveTo>
                <a:lnTo>
                  <a:pt x="2514600" y="9525"/>
                </a:lnTo>
                <a:lnTo>
                  <a:pt x="2514600" y="0"/>
                </a:lnTo>
                <a:lnTo>
                  <a:pt x="2571750" y="0"/>
                </a:lnTo>
                <a:lnTo>
                  <a:pt x="2571750" y="9525"/>
                </a:lnTo>
                <a:close/>
                <a:moveTo>
                  <a:pt x="2457450" y="9525"/>
                </a:moveTo>
                <a:lnTo>
                  <a:pt x="2400300" y="9525"/>
                </a:lnTo>
                <a:lnTo>
                  <a:pt x="2400300" y="0"/>
                </a:lnTo>
                <a:lnTo>
                  <a:pt x="2457450" y="0"/>
                </a:lnTo>
                <a:lnTo>
                  <a:pt x="2457450" y="9525"/>
                </a:lnTo>
                <a:close/>
                <a:moveTo>
                  <a:pt x="2343150" y="9525"/>
                </a:moveTo>
                <a:lnTo>
                  <a:pt x="2286000" y="9525"/>
                </a:lnTo>
                <a:lnTo>
                  <a:pt x="2286000" y="0"/>
                </a:lnTo>
                <a:lnTo>
                  <a:pt x="2343150" y="0"/>
                </a:lnTo>
                <a:lnTo>
                  <a:pt x="2343150" y="9525"/>
                </a:lnTo>
                <a:close/>
                <a:moveTo>
                  <a:pt x="2228850" y="9525"/>
                </a:moveTo>
                <a:lnTo>
                  <a:pt x="2171700" y="9525"/>
                </a:lnTo>
                <a:lnTo>
                  <a:pt x="2171700" y="0"/>
                </a:lnTo>
                <a:lnTo>
                  <a:pt x="2228850" y="0"/>
                </a:lnTo>
                <a:lnTo>
                  <a:pt x="2228850" y="9525"/>
                </a:lnTo>
                <a:close/>
                <a:moveTo>
                  <a:pt x="2114550" y="9525"/>
                </a:moveTo>
                <a:lnTo>
                  <a:pt x="2057400" y="9525"/>
                </a:lnTo>
                <a:lnTo>
                  <a:pt x="2057400" y="0"/>
                </a:lnTo>
                <a:lnTo>
                  <a:pt x="2114550" y="0"/>
                </a:lnTo>
                <a:lnTo>
                  <a:pt x="2114550" y="9525"/>
                </a:lnTo>
                <a:close/>
                <a:moveTo>
                  <a:pt x="2000250" y="9525"/>
                </a:moveTo>
                <a:lnTo>
                  <a:pt x="1943100" y="9525"/>
                </a:lnTo>
                <a:lnTo>
                  <a:pt x="1943100" y="0"/>
                </a:lnTo>
                <a:lnTo>
                  <a:pt x="2000250" y="0"/>
                </a:lnTo>
                <a:lnTo>
                  <a:pt x="2000250" y="9525"/>
                </a:lnTo>
                <a:close/>
                <a:moveTo>
                  <a:pt x="1885950" y="9525"/>
                </a:moveTo>
                <a:lnTo>
                  <a:pt x="1828800" y="9525"/>
                </a:lnTo>
                <a:lnTo>
                  <a:pt x="1828800" y="0"/>
                </a:lnTo>
                <a:lnTo>
                  <a:pt x="1885950" y="0"/>
                </a:lnTo>
                <a:lnTo>
                  <a:pt x="1885950" y="9525"/>
                </a:lnTo>
                <a:close/>
                <a:moveTo>
                  <a:pt x="1771650" y="9525"/>
                </a:moveTo>
                <a:lnTo>
                  <a:pt x="1714500" y="9525"/>
                </a:lnTo>
                <a:lnTo>
                  <a:pt x="1714500" y="0"/>
                </a:lnTo>
                <a:lnTo>
                  <a:pt x="1771650" y="0"/>
                </a:lnTo>
                <a:lnTo>
                  <a:pt x="1771650" y="9525"/>
                </a:lnTo>
                <a:close/>
                <a:moveTo>
                  <a:pt x="1657350" y="9525"/>
                </a:moveTo>
                <a:lnTo>
                  <a:pt x="1600200" y="9525"/>
                </a:lnTo>
                <a:lnTo>
                  <a:pt x="1600200" y="0"/>
                </a:lnTo>
                <a:lnTo>
                  <a:pt x="1657350" y="0"/>
                </a:lnTo>
                <a:lnTo>
                  <a:pt x="1657350" y="9525"/>
                </a:lnTo>
                <a:close/>
                <a:moveTo>
                  <a:pt x="1543050" y="9525"/>
                </a:moveTo>
                <a:lnTo>
                  <a:pt x="1485900" y="9525"/>
                </a:lnTo>
                <a:lnTo>
                  <a:pt x="1485900" y="0"/>
                </a:lnTo>
                <a:lnTo>
                  <a:pt x="1543050" y="0"/>
                </a:lnTo>
                <a:lnTo>
                  <a:pt x="1543050" y="9525"/>
                </a:lnTo>
                <a:close/>
                <a:moveTo>
                  <a:pt x="1428750" y="9525"/>
                </a:moveTo>
                <a:lnTo>
                  <a:pt x="1371600" y="9525"/>
                </a:lnTo>
                <a:lnTo>
                  <a:pt x="1371600" y="0"/>
                </a:lnTo>
                <a:lnTo>
                  <a:pt x="1428750" y="0"/>
                </a:lnTo>
                <a:lnTo>
                  <a:pt x="1428750" y="9525"/>
                </a:lnTo>
                <a:close/>
                <a:moveTo>
                  <a:pt x="1314450" y="9525"/>
                </a:moveTo>
                <a:lnTo>
                  <a:pt x="1257300" y="9525"/>
                </a:lnTo>
                <a:lnTo>
                  <a:pt x="1257300" y="0"/>
                </a:lnTo>
                <a:lnTo>
                  <a:pt x="1314450" y="0"/>
                </a:lnTo>
                <a:lnTo>
                  <a:pt x="1314450" y="9525"/>
                </a:lnTo>
                <a:close/>
                <a:moveTo>
                  <a:pt x="1200150" y="9525"/>
                </a:moveTo>
                <a:lnTo>
                  <a:pt x="1143000" y="9525"/>
                </a:lnTo>
                <a:lnTo>
                  <a:pt x="1143000" y="0"/>
                </a:lnTo>
                <a:lnTo>
                  <a:pt x="1200150" y="0"/>
                </a:lnTo>
                <a:lnTo>
                  <a:pt x="1200150" y="9525"/>
                </a:lnTo>
                <a:close/>
                <a:moveTo>
                  <a:pt x="1085850" y="9525"/>
                </a:moveTo>
                <a:lnTo>
                  <a:pt x="1028700" y="9525"/>
                </a:lnTo>
                <a:lnTo>
                  <a:pt x="1028700" y="0"/>
                </a:lnTo>
                <a:lnTo>
                  <a:pt x="1085850" y="0"/>
                </a:lnTo>
                <a:lnTo>
                  <a:pt x="1085850" y="9525"/>
                </a:lnTo>
                <a:close/>
                <a:moveTo>
                  <a:pt x="971550" y="9525"/>
                </a:moveTo>
                <a:lnTo>
                  <a:pt x="914400" y="9525"/>
                </a:lnTo>
                <a:lnTo>
                  <a:pt x="914400" y="0"/>
                </a:lnTo>
                <a:lnTo>
                  <a:pt x="971550" y="0"/>
                </a:lnTo>
                <a:lnTo>
                  <a:pt x="971550" y="9525"/>
                </a:lnTo>
                <a:close/>
                <a:moveTo>
                  <a:pt x="857250" y="9525"/>
                </a:moveTo>
                <a:lnTo>
                  <a:pt x="800100" y="9525"/>
                </a:lnTo>
                <a:lnTo>
                  <a:pt x="800100" y="0"/>
                </a:lnTo>
                <a:lnTo>
                  <a:pt x="857250" y="0"/>
                </a:lnTo>
                <a:lnTo>
                  <a:pt x="857250" y="9525"/>
                </a:lnTo>
                <a:close/>
                <a:moveTo>
                  <a:pt x="742950" y="9525"/>
                </a:moveTo>
                <a:lnTo>
                  <a:pt x="685800" y="9525"/>
                </a:lnTo>
                <a:lnTo>
                  <a:pt x="685800" y="0"/>
                </a:lnTo>
                <a:lnTo>
                  <a:pt x="742950" y="0"/>
                </a:lnTo>
                <a:lnTo>
                  <a:pt x="742950" y="9525"/>
                </a:lnTo>
                <a:close/>
                <a:moveTo>
                  <a:pt x="628650" y="9525"/>
                </a:moveTo>
                <a:lnTo>
                  <a:pt x="571500" y="9525"/>
                </a:lnTo>
                <a:lnTo>
                  <a:pt x="571500" y="0"/>
                </a:lnTo>
                <a:lnTo>
                  <a:pt x="628650" y="0"/>
                </a:lnTo>
                <a:lnTo>
                  <a:pt x="628650" y="9525"/>
                </a:lnTo>
                <a:close/>
                <a:moveTo>
                  <a:pt x="514350" y="9525"/>
                </a:moveTo>
                <a:lnTo>
                  <a:pt x="457200" y="9525"/>
                </a:lnTo>
                <a:lnTo>
                  <a:pt x="457200" y="0"/>
                </a:lnTo>
                <a:lnTo>
                  <a:pt x="514350" y="0"/>
                </a:lnTo>
                <a:lnTo>
                  <a:pt x="514350" y="9525"/>
                </a:lnTo>
                <a:close/>
                <a:moveTo>
                  <a:pt x="400050" y="9525"/>
                </a:moveTo>
                <a:lnTo>
                  <a:pt x="342900" y="9525"/>
                </a:lnTo>
                <a:lnTo>
                  <a:pt x="342900" y="0"/>
                </a:lnTo>
                <a:lnTo>
                  <a:pt x="400050" y="0"/>
                </a:lnTo>
                <a:lnTo>
                  <a:pt x="400050" y="9525"/>
                </a:lnTo>
                <a:close/>
                <a:moveTo>
                  <a:pt x="285750" y="9525"/>
                </a:moveTo>
                <a:lnTo>
                  <a:pt x="228600" y="9525"/>
                </a:lnTo>
                <a:lnTo>
                  <a:pt x="228600" y="0"/>
                </a:lnTo>
                <a:lnTo>
                  <a:pt x="285750" y="0"/>
                </a:lnTo>
                <a:lnTo>
                  <a:pt x="285750" y="9525"/>
                </a:lnTo>
                <a:close/>
                <a:moveTo>
                  <a:pt x="171450" y="9525"/>
                </a:moveTo>
                <a:lnTo>
                  <a:pt x="114300" y="9525"/>
                </a:lnTo>
                <a:lnTo>
                  <a:pt x="114300" y="0"/>
                </a:lnTo>
                <a:lnTo>
                  <a:pt x="171450" y="0"/>
                </a:lnTo>
                <a:lnTo>
                  <a:pt x="171450" y="9525"/>
                </a:lnTo>
                <a:close/>
                <a:moveTo>
                  <a:pt x="5715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" y="0"/>
                </a:lnTo>
                <a:lnTo>
                  <a:pt x="57150" y="952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D6A959-386B-4F56-901C-75ED2BA6011C}"/>
              </a:ext>
            </a:extLst>
          </p:cNvPr>
          <p:cNvSpPr txBox="1"/>
          <p:nvPr/>
        </p:nvSpPr>
        <p:spPr>
          <a:xfrm>
            <a:off x="8502915" y="4009139"/>
            <a:ext cx="401072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>
                <a:solidFill>
                  <a:schemeClr val="bg2">
                    <a:lumMod val="25000"/>
                  </a:schemeClr>
                </a:solidFill>
                <a:latin typeface="Montserrat"/>
                <a:sym typeface="Poppins"/>
                <a:rtl val="0"/>
              </a:rPr>
              <a:t>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7CDFE2-89DD-4852-9116-B66ED8258978}"/>
              </a:ext>
            </a:extLst>
          </p:cNvPr>
          <p:cNvSpPr txBox="1"/>
          <p:nvPr/>
        </p:nvSpPr>
        <p:spPr>
          <a:xfrm>
            <a:off x="3661612" y="3828069"/>
            <a:ext cx="23471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Y" sz="32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/>
                <a:sym typeface="Poppins"/>
                <a:rtl val="0"/>
              </a:rPr>
              <a:t>النموذج المقترح</a:t>
            </a:r>
            <a:endParaRPr lang="en-US" sz="3200" b="1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"/>
              <a:sym typeface="Poppins"/>
              <a:rtl val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0BC057-4087-43E1-9F98-3C9DD32785A3}"/>
              </a:ext>
            </a:extLst>
          </p:cNvPr>
          <p:cNvSpPr txBox="1"/>
          <p:nvPr/>
        </p:nvSpPr>
        <p:spPr>
          <a:xfrm>
            <a:off x="9612721" y="213797"/>
            <a:ext cx="20313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Y" sz="44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/>
                <a:sym typeface="Poppins"/>
                <a:rtl val="0"/>
              </a:rPr>
              <a:t>المحتويات</a:t>
            </a:r>
            <a:endParaRPr lang="en-US" sz="4200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 ExtraBold"/>
              <a:sym typeface="Poppins"/>
              <a:rtl val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5DC7060-4ADF-4879-8F37-9531D10D744E}"/>
              </a:ext>
            </a:extLst>
          </p:cNvPr>
          <p:cNvSpPr/>
          <p:nvPr/>
        </p:nvSpPr>
        <p:spPr>
          <a:xfrm>
            <a:off x="3742575" y="5480790"/>
            <a:ext cx="5086063" cy="9525"/>
          </a:xfrm>
          <a:custGeom>
            <a:avLst/>
            <a:gdLst>
              <a:gd name="connsiteX0" fmla="*/ 5086064 w 5086063"/>
              <a:gd name="connsiteY0" fmla="*/ 9525 h 9525"/>
              <a:gd name="connsiteX1" fmla="*/ 5029200 w 5086063"/>
              <a:gd name="connsiteY1" fmla="*/ 9525 h 9525"/>
              <a:gd name="connsiteX2" fmla="*/ 5029200 w 5086063"/>
              <a:gd name="connsiteY2" fmla="*/ 0 h 9525"/>
              <a:gd name="connsiteX3" fmla="*/ 5086064 w 5086063"/>
              <a:gd name="connsiteY3" fmla="*/ 0 h 9525"/>
              <a:gd name="connsiteX4" fmla="*/ 5086064 w 5086063"/>
              <a:gd name="connsiteY4" fmla="*/ 9525 h 9525"/>
              <a:gd name="connsiteX5" fmla="*/ 4972050 w 5086063"/>
              <a:gd name="connsiteY5" fmla="*/ 9525 h 9525"/>
              <a:gd name="connsiteX6" fmla="*/ 4914900 w 5086063"/>
              <a:gd name="connsiteY6" fmla="*/ 9525 h 9525"/>
              <a:gd name="connsiteX7" fmla="*/ 4914900 w 5086063"/>
              <a:gd name="connsiteY7" fmla="*/ 0 h 9525"/>
              <a:gd name="connsiteX8" fmla="*/ 4972050 w 5086063"/>
              <a:gd name="connsiteY8" fmla="*/ 0 h 9525"/>
              <a:gd name="connsiteX9" fmla="*/ 4972050 w 5086063"/>
              <a:gd name="connsiteY9" fmla="*/ 9525 h 9525"/>
              <a:gd name="connsiteX10" fmla="*/ 4857750 w 5086063"/>
              <a:gd name="connsiteY10" fmla="*/ 9525 h 9525"/>
              <a:gd name="connsiteX11" fmla="*/ 4800600 w 5086063"/>
              <a:gd name="connsiteY11" fmla="*/ 9525 h 9525"/>
              <a:gd name="connsiteX12" fmla="*/ 4800600 w 5086063"/>
              <a:gd name="connsiteY12" fmla="*/ 0 h 9525"/>
              <a:gd name="connsiteX13" fmla="*/ 4857750 w 5086063"/>
              <a:gd name="connsiteY13" fmla="*/ 0 h 9525"/>
              <a:gd name="connsiteX14" fmla="*/ 4857750 w 5086063"/>
              <a:gd name="connsiteY14" fmla="*/ 9525 h 9525"/>
              <a:gd name="connsiteX15" fmla="*/ 4743450 w 5086063"/>
              <a:gd name="connsiteY15" fmla="*/ 9525 h 9525"/>
              <a:gd name="connsiteX16" fmla="*/ 4686300 w 5086063"/>
              <a:gd name="connsiteY16" fmla="*/ 9525 h 9525"/>
              <a:gd name="connsiteX17" fmla="*/ 4686300 w 5086063"/>
              <a:gd name="connsiteY17" fmla="*/ 0 h 9525"/>
              <a:gd name="connsiteX18" fmla="*/ 4743450 w 5086063"/>
              <a:gd name="connsiteY18" fmla="*/ 0 h 9525"/>
              <a:gd name="connsiteX19" fmla="*/ 4743450 w 5086063"/>
              <a:gd name="connsiteY19" fmla="*/ 9525 h 9525"/>
              <a:gd name="connsiteX20" fmla="*/ 4629150 w 5086063"/>
              <a:gd name="connsiteY20" fmla="*/ 9525 h 9525"/>
              <a:gd name="connsiteX21" fmla="*/ 4572000 w 5086063"/>
              <a:gd name="connsiteY21" fmla="*/ 9525 h 9525"/>
              <a:gd name="connsiteX22" fmla="*/ 4572000 w 5086063"/>
              <a:gd name="connsiteY22" fmla="*/ 0 h 9525"/>
              <a:gd name="connsiteX23" fmla="*/ 4629150 w 5086063"/>
              <a:gd name="connsiteY23" fmla="*/ 0 h 9525"/>
              <a:gd name="connsiteX24" fmla="*/ 4629150 w 5086063"/>
              <a:gd name="connsiteY24" fmla="*/ 9525 h 9525"/>
              <a:gd name="connsiteX25" fmla="*/ 4514850 w 5086063"/>
              <a:gd name="connsiteY25" fmla="*/ 9525 h 9525"/>
              <a:gd name="connsiteX26" fmla="*/ 4457700 w 5086063"/>
              <a:gd name="connsiteY26" fmla="*/ 9525 h 9525"/>
              <a:gd name="connsiteX27" fmla="*/ 4457700 w 5086063"/>
              <a:gd name="connsiteY27" fmla="*/ 0 h 9525"/>
              <a:gd name="connsiteX28" fmla="*/ 4514850 w 5086063"/>
              <a:gd name="connsiteY28" fmla="*/ 0 h 9525"/>
              <a:gd name="connsiteX29" fmla="*/ 4514850 w 5086063"/>
              <a:gd name="connsiteY29" fmla="*/ 9525 h 9525"/>
              <a:gd name="connsiteX30" fmla="*/ 4400550 w 5086063"/>
              <a:gd name="connsiteY30" fmla="*/ 9525 h 9525"/>
              <a:gd name="connsiteX31" fmla="*/ 4343400 w 5086063"/>
              <a:gd name="connsiteY31" fmla="*/ 9525 h 9525"/>
              <a:gd name="connsiteX32" fmla="*/ 4343400 w 5086063"/>
              <a:gd name="connsiteY32" fmla="*/ 0 h 9525"/>
              <a:gd name="connsiteX33" fmla="*/ 4400550 w 5086063"/>
              <a:gd name="connsiteY33" fmla="*/ 0 h 9525"/>
              <a:gd name="connsiteX34" fmla="*/ 4400550 w 5086063"/>
              <a:gd name="connsiteY34" fmla="*/ 9525 h 9525"/>
              <a:gd name="connsiteX35" fmla="*/ 4286250 w 5086063"/>
              <a:gd name="connsiteY35" fmla="*/ 9525 h 9525"/>
              <a:gd name="connsiteX36" fmla="*/ 4229100 w 5086063"/>
              <a:gd name="connsiteY36" fmla="*/ 9525 h 9525"/>
              <a:gd name="connsiteX37" fmla="*/ 4229100 w 5086063"/>
              <a:gd name="connsiteY37" fmla="*/ 0 h 9525"/>
              <a:gd name="connsiteX38" fmla="*/ 4286250 w 5086063"/>
              <a:gd name="connsiteY38" fmla="*/ 0 h 9525"/>
              <a:gd name="connsiteX39" fmla="*/ 4286250 w 5086063"/>
              <a:gd name="connsiteY39" fmla="*/ 9525 h 9525"/>
              <a:gd name="connsiteX40" fmla="*/ 4171950 w 5086063"/>
              <a:gd name="connsiteY40" fmla="*/ 9525 h 9525"/>
              <a:gd name="connsiteX41" fmla="*/ 4114800 w 5086063"/>
              <a:gd name="connsiteY41" fmla="*/ 9525 h 9525"/>
              <a:gd name="connsiteX42" fmla="*/ 4114800 w 5086063"/>
              <a:gd name="connsiteY42" fmla="*/ 0 h 9525"/>
              <a:gd name="connsiteX43" fmla="*/ 4171950 w 5086063"/>
              <a:gd name="connsiteY43" fmla="*/ 0 h 9525"/>
              <a:gd name="connsiteX44" fmla="*/ 4171950 w 5086063"/>
              <a:gd name="connsiteY44" fmla="*/ 9525 h 9525"/>
              <a:gd name="connsiteX45" fmla="*/ 4057650 w 5086063"/>
              <a:gd name="connsiteY45" fmla="*/ 9525 h 9525"/>
              <a:gd name="connsiteX46" fmla="*/ 4000500 w 5086063"/>
              <a:gd name="connsiteY46" fmla="*/ 9525 h 9525"/>
              <a:gd name="connsiteX47" fmla="*/ 4000500 w 5086063"/>
              <a:gd name="connsiteY47" fmla="*/ 0 h 9525"/>
              <a:gd name="connsiteX48" fmla="*/ 4057650 w 5086063"/>
              <a:gd name="connsiteY48" fmla="*/ 0 h 9525"/>
              <a:gd name="connsiteX49" fmla="*/ 4057650 w 5086063"/>
              <a:gd name="connsiteY49" fmla="*/ 9525 h 9525"/>
              <a:gd name="connsiteX50" fmla="*/ 3943350 w 5086063"/>
              <a:gd name="connsiteY50" fmla="*/ 9525 h 9525"/>
              <a:gd name="connsiteX51" fmla="*/ 3886200 w 5086063"/>
              <a:gd name="connsiteY51" fmla="*/ 9525 h 9525"/>
              <a:gd name="connsiteX52" fmla="*/ 3886200 w 5086063"/>
              <a:gd name="connsiteY52" fmla="*/ 0 h 9525"/>
              <a:gd name="connsiteX53" fmla="*/ 3943350 w 5086063"/>
              <a:gd name="connsiteY53" fmla="*/ 0 h 9525"/>
              <a:gd name="connsiteX54" fmla="*/ 3943350 w 5086063"/>
              <a:gd name="connsiteY54" fmla="*/ 9525 h 9525"/>
              <a:gd name="connsiteX55" fmla="*/ 3829050 w 5086063"/>
              <a:gd name="connsiteY55" fmla="*/ 9525 h 9525"/>
              <a:gd name="connsiteX56" fmla="*/ 3771900 w 5086063"/>
              <a:gd name="connsiteY56" fmla="*/ 9525 h 9525"/>
              <a:gd name="connsiteX57" fmla="*/ 3771900 w 5086063"/>
              <a:gd name="connsiteY57" fmla="*/ 0 h 9525"/>
              <a:gd name="connsiteX58" fmla="*/ 3829050 w 5086063"/>
              <a:gd name="connsiteY58" fmla="*/ 0 h 9525"/>
              <a:gd name="connsiteX59" fmla="*/ 3829050 w 5086063"/>
              <a:gd name="connsiteY59" fmla="*/ 9525 h 9525"/>
              <a:gd name="connsiteX60" fmla="*/ 3714750 w 5086063"/>
              <a:gd name="connsiteY60" fmla="*/ 9525 h 9525"/>
              <a:gd name="connsiteX61" fmla="*/ 3657600 w 5086063"/>
              <a:gd name="connsiteY61" fmla="*/ 9525 h 9525"/>
              <a:gd name="connsiteX62" fmla="*/ 3657600 w 5086063"/>
              <a:gd name="connsiteY62" fmla="*/ 0 h 9525"/>
              <a:gd name="connsiteX63" fmla="*/ 3714750 w 5086063"/>
              <a:gd name="connsiteY63" fmla="*/ 0 h 9525"/>
              <a:gd name="connsiteX64" fmla="*/ 3714750 w 5086063"/>
              <a:gd name="connsiteY64" fmla="*/ 9525 h 9525"/>
              <a:gd name="connsiteX65" fmla="*/ 3600450 w 5086063"/>
              <a:gd name="connsiteY65" fmla="*/ 9525 h 9525"/>
              <a:gd name="connsiteX66" fmla="*/ 3543300 w 5086063"/>
              <a:gd name="connsiteY66" fmla="*/ 9525 h 9525"/>
              <a:gd name="connsiteX67" fmla="*/ 3543300 w 5086063"/>
              <a:gd name="connsiteY67" fmla="*/ 0 h 9525"/>
              <a:gd name="connsiteX68" fmla="*/ 3600450 w 5086063"/>
              <a:gd name="connsiteY68" fmla="*/ 0 h 9525"/>
              <a:gd name="connsiteX69" fmla="*/ 3600450 w 5086063"/>
              <a:gd name="connsiteY69" fmla="*/ 9525 h 9525"/>
              <a:gd name="connsiteX70" fmla="*/ 3486150 w 5086063"/>
              <a:gd name="connsiteY70" fmla="*/ 9525 h 9525"/>
              <a:gd name="connsiteX71" fmla="*/ 3429000 w 5086063"/>
              <a:gd name="connsiteY71" fmla="*/ 9525 h 9525"/>
              <a:gd name="connsiteX72" fmla="*/ 3429000 w 5086063"/>
              <a:gd name="connsiteY72" fmla="*/ 0 h 9525"/>
              <a:gd name="connsiteX73" fmla="*/ 3486150 w 5086063"/>
              <a:gd name="connsiteY73" fmla="*/ 0 h 9525"/>
              <a:gd name="connsiteX74" fmla="*/ 3486150 w 5086063"/>
              <a:gd name="connsiteY74" fmla="*/ 9525 h 9525"/>
              <a:gd name="connsiteX75" fmla="*/ 3371850 w 5086063"/>
              <a:gd name="connsiteY75" fmla="*/ 9525 h 9525"/>
              <a:gd name="connsiteX76" fmla="*/ 3314700 w 5086063"/>
              <a:gd name="connsiteY76" fmla="*/ 9525 h 9525"/>
              <a:gd name="connsiteX77" fmla="*/ 3314700 w 5086063"/>
              <a:gd name="connsiteY77" fmla="*/ 0 h 9525"/>
              <a:gd name="connsiteX78" fmla="*/ 3371850 w 5086063"/>
              <a:gd name="connsiteY78" fmla="*/ 0 h 9525"/>
              <a:gd name="connsiteX79" fmla="*/ 3371850 w 5086063"/>
              <a:gd name="connsiteY79" fmla="*/ 9525 h 9525"/>
              <a:gd name="connsiteX80" fmla="*/ 3257550 w 5086063"/>
              <a:gd name="connsiteY80" fmla="*/ 9525 h 9525"/>
              <a:gd name="connsiteX81" fmla="*/ 3200400 w 5086063"/>
              <a:gd name="connsiteY81" fmla="*/ 9525 h 9525"/>
              <a:gd name="connsiteX82" fmla="*/ 3200400 w 5086063"/>
              <a:gd name="connsiteY82" fmla="*/ 0 h 9525"/>
              <a:gd name="connsiteX83" fmla="*/ 3257550 w 5086063"/>
              <a:gd name="connsiteY83" fmla="*/ 0 h 9525"/>
              <a:gd name="connsiteX84" fmla="*/ 3257550 w 5086063"/>
              <a:gd name="connsiteY84" fmla="*/ 9525 h 9525"/>
              <a:gd name="connsiteX85" fmla="*/ 3143250 w 5086063"/>
              <a:gd name="connsiteY85" fmla="*/ 9525 h 9525"/>
              <a:gd name="connsiteX86" fmla="*/ 3086100 w 5086063"/>
              <a:gd name="connsiteY86" fmla="*/ 9525 h 9525"/>
              <a:gd name="connsiteX87" fmla="*/ 3086100 w 5086063"/>
              <a:gd name="connsiteY87" fmla="*/ 0 h 9525"/>
              <a:gd name="connsiteX88" fmla="*/ 3143250 w 5086063"/>
              <a:gd name="connsiteY88" fmla="*/ 0 h 9525"/>
              <a:gd name="connsiteX89" fmla="*/ 3143250 w 5086063"/>
              <a:gd name="connsiteY89" fmla="*/ 9525 h 9525"/>
              <a:gd name="connsiteX90" fmla="*/ 3028950 w 5086063"/>
              <a:gd name="connsiteY90" fmla="*/ 9525 h 9525"/>
              <a:gd name="connsiteX91" fmla="*/ 2971800 w 5086063"/>
              <a:gd name="connsiteY91" fmla="*/ 9525 h 9525"/>
              <a:gd name="connsiteX92" fmla="*/ 2971800 w 5086063"/>
              <a:gd name="connsiteY92" fmla="*/ 0 h 9525"/>
              <a:gd name="connsiteX93" fmla="*/ 3028950 w 5086063"/>
              <a:gd name="connsiteY93" fmla="*/ 0 h 9525"/>
              <a:gd name="connsiteX94" fmla="*/ 3028950 w 5086063"/>
              <a:gd name="connsiteY94" fmla="*/ 9525 h 9525"/>
              <a:gd name="connsiteX95" fmla="*/ 2914650 w 5086063"/>
              <a:gd name="connsiteY95" fmla="*/ 9525 h 9525"/>
              <a:gd name="connsiteX96" fmla="*/ 2857500 w 5086063"/>
              <a:gd name="connsiteY96" fmla="*/ 9525 h 9525"/>
              <a:gd name="connsiteX97" fmla="*/ 2857500 w 5086063"/>
              <a:gd name="connsiteY97" fmla="*/ 0 h 9525"/>
              <a:gd name="connsiteX98" fmla="*/ 2914650 w 5086063"/>
              <a:gd name="connsiteY98" fmla="*/ 0 h 9525"/>
              <a:gd name="connsiteX99" fmla="*/ 2914650 w 5086063"/>
              <a:gd name="connsiteY99" fmla="*/ 9525 h 9525"/>
              <a:gd name="connsiteX100" fmla="*/ 2800350 w 5086063"/>
              <a:gd name="connsiteY100" fmla="*/ 9525 h 9525"/>
              <a:gd name="connsiteX101" fmla="*/ 2743200 w 5086063"/>
              <a:gd name="connsiteY101" fmla="*/ 9525 h 9525"/>
              <a:gd name="connsiteX102" fmla="*/ 2743200 w 5086063"/>
              <a:gd name="connsiteY102" fmla="*/ 0 h 9525"/>
              <a:gd name="connsiteX103" fmla="*/ 2800350 w 5086063"/>
              <a:gd name="connsiteY103" fmla="*/ 0 h 9525"/>
              <a:gd name="connsiteX104" fmla="*/ 2800350 w 5086063"/>
              <a:gd name="connsiteY104" fmla="*/ 9525 h 9525"/>
              <a:gd name="connsiteX105" fmla="*/ 2686050 w 5086063"/>
              <a:gd name="connsiteY105" fmla="*/ 9525 h 9525"/>
              <a:gd name="connsiteX106" fmla="*/ 2628900 w 5086063"/>
              <a:gd name="connsiteY106" fmla="*/ 9525 h 9525"/>
              <a:gd name="connsiteX107" fmla="*/ 2628900 w 5086063"/>
              <a:gd name="connsiteY107" fmla="*/ 0 h 9525"/>
              <a:gd name="connsiteX108" fmla="*/ 2686050 w 5086063"/>
              <a:gd name="connsiteY108" fmla="*/ 0 h 9525"/>
              <a:gd name="connsiteX109" fmla="*/ 2686050 w 5086063"/>
              <a:gd name="connsiteY109" fmla="*/ 9525 h 9525"/>
              <a:gd name="connsiteX110" fmla="*/ 2571750 w 5086063"/>
              <a:gd name="connsiteY110" fmla="*/ 9525 h 9525"/>
              <a:gd name="connsiteX111" fmla="*/ 2514600 w 5086063"/>
              <a:gd name="connsiteY111" fmla="*/ 9525 h 9525"/>
              <a:gd name="connsiteX112" fmla="*/ 2514600 w 5086063"/>
              <a:gd name="connsiteY112" fmla="*/ 0 h 9525"/>
              <a:gd name="connsiteX113" fmla="*/ 2571750 w 5086063"/>
              <a:gd name="connsiteY113" fmla="*/ 0 h 9525"/>
              <a:gd name="connsiteX114" fmla="*/ 2571750 w 5086063"/>
              <a:gd name="connsiteY114" fmla="*/ 9525 h 9525"/>
              <a:gd name="connsiteX115" fmla="*/ 2457450 w 5086063"/>
              <a:gd name="connsiteY115" fmla="*/ 9525 h 9525"/>
              <a:gd name="connsiteX116" fmla="*/ 2400300 w 5086063"/>
              <a:gd name="connsiteY116" fmla="*/ 9525 h 9525"/>
              <a:gd name="connsiteX117" fmla="*/ 2400300 w 5086063"/>
              <a:gd name="connsiteY117" fmla="*/ 0 h 9525"/>
              <a:gd name="connsiteX118" fmla="*/ 2457450 w 5086063"/>
              <a:gd name="connsiteY118" fmla="*/ 0 h 9525"/>
              <a:gd name="connsiteX119" fmla="*/ 2457450 w 5086063"/>
              <a:gd name="connsiteY119" fmla="*/ 9525 h 9525"/>
              <a:gd name="connsiteX120" fmla="*/ 2343150 w 5086063"/>
              <a:gd name="connsiteY120" fmla="*/ 9525 h 9525"/>
              <a:gd name="connsiteX121" fmla="*/ 2286000 w 5086063"/>
              <a:gd name="connsiteY121" fmla="*/ 9525 h 9525"/>
              <a:gd name="connsiteX122" fmla="*/ 2286000 w 5086063"/>
              <a:gd name="connsiteY122" fmla="*/ 0 h 9525"/>
              <a:gd name="connsiteX123" fmla="*/ 2343150 w 5086063"/>
              <a:gd name="connsiteY123" fmla="*/ 0 h 9525"/>
              <a:gd name="connsiteX124" fmla="*/ 2343150 w 5086063"/>
              <a:gd name="connsiteY124" fmla="*/ 9525 h 9525"/>
              <a:gd name="connsiteX125" fmla="*/ 2228850 w 5086063"/>
              <a:gd name="connsiteY125" fmla="*/ 9525 h 9525"/>
              <a:gd name="connsiteX126" fmla="*/ 2171700 w 5086063"/>
              <a:gd name="connsiteY126" fmla="*/ 9525 h 9525"/>
              <a:gd name="connsiteX127" fmla="*/ 2171700 w 5086063"/>
              <a:gd name="connsiteY127" fmla="*/ 0 h 9525"/>
              <a:gd name="connsiteX128" fmla="*/ 2228850 w 5086063"/>
              <a:gd name="connsiteY128" fmla="*/ 0 h 9525"/>
              <a:gd name="connsiteX129" fmla="*/ 2228850 w 5086063"/>
              <a:gd name="connsiteY129" fmla="*/ 9525 h 9525"/>
              <a:gd name="connsiteX130" fmla="*/ 2114550 w 5086063"/>
              <a:gd name="connsiteY130" fmla="*/ 9525 h 9525"/>
              <a:gd name="connsiteX131" fmla="*/ 2057400 w 5086063"/>
              <a:gd name="connsiteY131" fmla="*/ 9525 h 9525"/>
              <a:gd name="connsiteX132" fmla="*/ 2057400 w 5086063"/>
              <a:gd name="connsiteY132" fmla="*/ 0 h 9525"/>
              <a:gd name="connsiteX133" fmla="*/ 2114550 w 5086063"/>
              <a:gd name="connsiteY133" fmla="*/ 0 h 9525"/>
              <a:gd name="connsiteX134" fmla="*/ 2114550 w 5086063"/>
              <a:gd name="connsiteY134" fmla="*/ 9525 h 9525"/>
              <a:gd name="connsiteX135" fmla="*/ 2000250 w 5086063"/>
              <a:gd name="connsiteY135" fmla="*/ 9525 h 9525"/>
              <a:gd name="connsiteX136" fmla="*/ 1943100 w 5086063"/>
              <a:gd name="connsiteY136" fmla="*/ 9525 h 9525"/>
              <a:gd name="connsiteX137" fmla="*/ 1943100 w 5086063"/>
              <a:gd name="connsiteY137" fmla="*/ 0 h 9525"/>
              <a:gd name="connsiteX138" fmla="*/ 2000250 w 5086063"/>
              <a:gd name="connsiteY138" fmla="*/ 0 h 9525"/>
              <a:gd name="connsiteX139" fmla="*/ 2000250 w 5086063"/>
              <a:gd name="connsiteY139" fmla="*/ 9525 h 9525"/>
              <a:gd name="connsiteX140" fmla="*/ 1885950 w 5086063"/>
              <a:gd name="connsiteY140" fmla="*/ 9525 h 9525"/>
              <a:gd name="connsiteX141" fmla="*/ 1828800 w 5086063"/>
              <a:gd name="connsiteY141" fmla="*/ 9525 h 9525"/>
              <a:gd name="connsiteX142" fmla="*/ 1828800 w 5086063"/>
              <a:gd name="connsiteY142" fmla="*/ 0 h 9525"/>
              <a:gd name="connsiteX143" fmla="*/ 1885950 w 5086063"/>
              <a:gd name="connsiteY143" fmla="*/ 0 h 9525"/>
              <a:gd name="connsiteX144" fmla="*/ 1885950 w 5086063"/>
              <a:gd name="connsiteY144" fmla="*/ 9525 h 9525"/>
              <a:gd name="connsiteX145" fmla="*/ 1771650 w 5086063"/>
              <a:gd name="connsiteY145" fmla="*/ 9525 h 9525"/>
              <a:gd name="connsiteX146" fmla="*/ 1714500 w 5086063"/>
              <a:gd name="connsiteY146" fmla="*/ 9525 h 9525"/>
              <a:gd name="connsiteX147" fmla="*/ 1714500 w 5086063"/>
              <a:gd name="connsiteY147" fmla="*/ 0 h 9525"/>
              <a:gd name="connsiteX148" fmla="*/ 1771650 w 5086063"/>
              <a:gd name="connsiteY148" fmla="*/ 0 h 9525"/>
              <a:gd name="connsiteX149" fmla="*/ 1771650 w 5086063"/>
              <a:gd name="connsiteY149" fmla="*/ 9525 h 9525"/>
              <a:gd name="connsiteX150" fmla="*/ 1657350 w 5086063"/>
              <a:gd name="connsiteY150" fmla="*/ 9525 h 9525"/>
              <a:gd name="connsiteX151" fmla="*/ 1600200 w 5086063"/>
              <a:gd name="connsiteY151" fmla="*/ 9525 h 9525"/>
              <a:gd name="connsiteX152" fmla="*/ 1600200 w 5086063"/>
              <a:gd name="connsiteY152" fmla="*/ 0 h 9525"/>
              <a:gd name="connsiteX153" fmla="*/ 1657350 w 5086063"/>
              <a:gd name="connsiteY153" fmla="*/ 0 h 9525"/>
              <a:gd name="connsiteX154" fmla="*/ 1657350 w 5086063"/>
              <a:gd name="connsiteY154" fmla="*/ 9525 h 9525"/>
              <a:gd name="connsiteX155" fmla="*/ 1543050 w 5086063"/>
              <a:gd name="connsiteY155" fmla="*/ 9525 h 9525"/>
              <a:gd name="connsiteX156" fmla="*/ 1485900 w 5086063"/>
              <a:gd name="connsiteY156" fmla="*/ 9525 h 9525"/>
              <a:gd name="connsiteX157" fmla="*/ 1485900 w 5086063"/>
              <a:gd name="connsiteY157" fmla="*/ 0 h 9525"/>
              <a:gd name="connsiteX158" fmla="*/ 1543050 w 5086063"/>
              <a:gd name="connsiteY158" fmla="*/ 0 h 9525"/>
              <a:gd name="connsiteX159" fmla="*/ 1543050 w 5086063"/>
              <a:gd name="connsiteY159" fmla="*/ 9525 h 9525"/>
              <a:gd name="connsiteX160" fmla="*/ 1428750 w 5086063"/>
              <a:gd name="connsiteY160" fmla="*/ 9525 h 9525"/>
              <a:gd name="connsiteX161" fmla="*/ 1371600 w 5086063"/>
              <a:gd name="connsiteY161" fmla="*/ 9525 h 9525"/>
              <a:gd name="connsiteX162" fmla="*/ 1371600 w 5086063"/>
              <a:gd name="connsiteY162" fmla="*/ 0 h 9525"/>
              <a:gd name="connsiteX163" fmla="*/ 1428750 w 5086063"/>
              <a:gd name="connsiteY163" fmla="*/ 0 h 9525"/>
              <a:gd name="connsiteX164" fmla="*/ 1428750 w 5086063"/>
              <a:gd name="connsiteY164" fmla="*/ 9525 h 9525"/>
              <a:gd name="connsiteX165" fmla="*/ 1314450 w 5086063"/>
              <a:gd name="connsiteY165" fmla="*/ 9525 h 9525"/>
              <a:gd name="connsiteX166" fmla="*/ 1257300 w 5086063"/>
              <a:gd name="connsiteY166" fmla="*/ 9525 h 9525"/>
              <a:gd name="connsiteX167" fmla="*/ 1257300 w 5086063"/>
              <a:gd name="connsiteY167" fmla="*/ 0 h 9525"/>
              <a:gd name="connsiteX168" fmla="*/ 1314450 w 5086063"/>
              <a:gd name="connsiteY168" fmla="*/ 0 h 9525"/>
              <a:gd name="connsiteX169" fmla="*/ 1314450 w 5086063"/>
              <a:gd name="connsiteY169" fmla="*/ 9525 h 9525"/>
              <a:gd name="connsiteX170" fmla="*/ 1200150 w 5086063"/>
              <a:gd name="connsiteY170" fmla="*/ 9525 h 9525"/>
              <a:gd name="connsiteX171" fmla="*/ 1143000 w 5086063"/>
              <a:gd name="connsiteY171" fmla="*/ 9525 h 9525"/>
              <a:gd name="connsiteX172" fmla="*/ 1143000 w 5086063"/>
              <a:gd name="connsiteY172" fmla="*/ 0 h 9525"/>
              <a:gd name="connsiteX173" fmla="*/ 1200150 w 5086063"/>
              <a:gd name="connsiteY173" fmla="*/ 0 h 9525"/>
              <a:gd name="connsiteX174" fmla="*/ 1200150 w 5086063"/>
              <a:gd name="connsiteY174" fmla="*/ 9525 h 9525"/>
              <a:gd name="connsiteX175" fmla="*/ 1085850 w 5086063"/>
              <a:gd name="connsiteY175" fmla="*/ 9525 h 9525"/>
              <a:gd name="connsiteX176" fmla="*/ 1028700 w 5086063"/>
              <a:gd name="connsiteY176" fmla="*/ 9525 h 9525"/>
              <a:gd name="connsiteX177" fmla="*/ 1028700 w 5086063"/>
              <a:gd name="connsiteY177" fmla="*/ 0 h 9525"/>
              <a:gd name="connsiteX178" fmla="*/ 1085850 w 5086063"/>
              <a:gd name="connsiteY178" fmla="*/ 0 h 9525"/>
              <a:gd name="connsiteX179" fmla="*/ 1085850 w 5086063"/>
              <a:gd name="connsiteY179" fmla="*/ 9525 h 9525"/>
              <a:gd name="connsiteX180" fmla="*/ 971550 w 5086063"/>
              <a:gd name="connsiteY180" fmla="*/ 9525 h 9525"/>
              <a:gd name="connsiteX181" fmla="*/ 914400 w 5086063"/>
              <a:gd name="connsiteY181" fmla="*/ 9525 h 9525"/>
              <a:gd name="connsiteX182" fmla="*/ 914400 w 5086063"/>
              <a:gd name="connsiteY182" fmla="*/ 0 h 9525"/>
              <a:gd name="connsiteX183" fmla="*/ 971550 w 5086063"/>
              <a:gd name="connsiteY183" fmla="*/ 0 h 9525"/>
              <a:gd name="connsiteX184" fmla="*/ 971550 w 5086063"/>
              <a:gd name="connsiteY184" fmla="*/ 9525 h 9525"/>
              <a:gd name="connsiteX185" fmla="*/ 857250 w 5086063"/>
              <a:gd name="connsiteY185" fmla="*/ 9525 h 9525"/>
              <a:gd name="connsiteX186" fmla="*/ 800100 w 5086063"/>
              <a:gd name="connsiteY186" fmla="*/ 9525 h 9525"/>
              <a:gd name="connsiteX187" fmla="*/ 800100 w 5086063"/>
              <a:gd name="connsiteY187" fmla="*/ 0 h 9525"/>
              <a:gd name="connsiteX188" fmla="*/ 857250 w 5086063"/>
              <a:gd name="connsiteY188" fmla="*/ 0 h 9525"/>
              <a:gd name="connsiteX189" fmla="*/ 857250 w 5086063"/>
              <a:gd name="connsiteY189" fmla="*/ 9525 h 9525"/>
              <a:gd name="connsiteX190" fmla="*/ 742950 w 5086063"/>
              <a:gd name="connsiteY190" fmla="*/ 9525 h 9525"/>
              <a:gd name="connsiteX191" fmla="*/ 685800 w 5086063"/>
              <a:gd name="connsiteY191" fmla="*/ 9525 h 9525"/>
              <a:gd name="connsiteX192" fmla="*/ 685800 w 5086063"/>
              <a:gd name="connsiteY192" fmla="*/ 0 h 9525"/>
              <a:gd name="connsiteX193" fmla="*/ 742950 w 5086063"/>
              <a:gd name="connsiteY193" fmla="*/ 0 h 9525"/>
              <a:gd name="connsiteX194" fmla="*/ 742950 w 5086063"/>
              <a:gd name="connsiteY194" fmla="*/ 9525 h 9525"/>
              <a:gd name="connsiteX195" fmla="*/ 628650 w 5086063"/>
              <a:gd name="connsiteY195" fmla="*/ 9525 h 9525"/>
              <a:gd name="connsiteX196" fmla="*/ 571500 w 5086063"/>
              <a:gd name="connsiteY196" fmla="*/ 9525 h 9525"/>
              <a:gd name="connsiteX197" fmla="*/ 571500 w 5086063"/>
              <a:gd name="connsiteY197" fmla="*/ 0 h 9525"/>
              <a:gd name="connsiteX198" fmla="*/ 628650 w 5086063"/>
              <a:gd name="connsiteY198" fmla="*/ 0 h 9525"/>
              <a:gd name="connsiteX199" fmla="*/ 628650 w 5086063"/>
              <a:gd name="connsiteY199" fmla="*/ 9525 h 9525"/>
              <a:gd name="connsiteX200" fmla="*/ 514350 w 5086063"/>
              <a:gd name="connsiteY200" fmla="*/ 9525 h 9525"/>
              <a:gd name="connsiteX201" fmla="*/ 457200 w 5086063"/>
              <a:gd name="connsiteY201" fmla="*/ 9525 h 9525"/>
              <a:gd name="connsiteX202" fmla="*/ 457200 w 5086063"/>
              <a:gd name="connsiteY202" fmla="*/ 0 h 9525"/>
              <a:gd name="connsiteX203" fmla="*/ 514350 w 5086063"/>
              <a:gd name="connsiteY203" fmla="*/ 0 h 9525"/>
              <a:gd name="connsiteX204" fmla="*/ 514350 w 5086063"/>
              <a:gd name="connsiteY204" fmla="*/ 9525 h 9525"/>
              <a:gd name="connsiteX205" fmla="*/ 400050 w 5086063"/>
              <a:gd name="connsiteY205" fmla="*/ 9525 h 9525"/>
              <a:gd name="connsiteX206" fmla="*/ 342900 w 5086063"/>
              <a:gd name="connsiteY206" fmla="*/ 9525 h 9525"/>
              <a:gd name="connsiteX207" fmla="*/ 342900 w 5086063"/>
              <a:gd name="connsiteY207" fmla="*/ 0 h 9525"/>
              <a:gd name="connsiteX208" fmla="*/ 400050 w 5086063"/>
              <a:gd name="connsiteY208" fmla="*/ 0 h 9525"/>
              <a:gd name="connsiteX209" fmla="*/ 400050 w 5086063"/>
              <a:gd name="connsiteY209" fmla="*/ 9525 h 9525"/>
              <a:gd name="connsiteX210" fmla="*/ 285750 w 5086063"/>
              <a:gd name="connsiteY210" fmla="*/ 9525 h 9525"/>
              <a:gd name="connsiteX211" fmla="*/ 228600 w 5086063"/>
              <a:gd name="connsiteY211" fmla="*/ 9525 h 9525"/>
              <a:gd name="connsiteX212" fmla="*/ 228600 w 5086063"/>
              <a:gd name="connsiteY212" fmla="*/ 0 h 9525"/>
              <a:gd name="connsiteX213" fmla="*/ 285750 w 5086063"/>
              <a:gd name="connsiteY213" fmla="*/ 0 h 9525"/>
              <a:gd name="connsiteX214" fmla="*/ 285750 w 5086063"/>
              <a:gd name="connsiteY214" fmla="*/ 9525 h 9525"/>
              <a:gd name="connsiteX215" fmla="*/ 171450 w 5086063"/>
              <a:gd name="connsiteY215" fmla="*/ 9525 h 9525"/>
              <a:gd name="connsiteX216" fmla="*/ 114300 w 5086063"/>
              <a:gd name="connsiteY216" fmla="*/ 9525 h 9525"/>
              <a:gd name="connsiteX217" fmla="*/ 114300 w 5086063"/>
              <a:gd name="connsiteY217" fmla="*/ 0 h 9525"/>
              <a:gd name="connsiteX218" fmla="*/ 171450 w 5086063"/>
              <a:gd name="connsiteY218" fmla="*/ 0 h 9525"/>
              <a:gd name="connsiteX219" fmla="*/ 171450 w 5086063"/>
              <a:gd name="connsiteY219" fmla="*/ 9525 h 9525"/>
              <a:gd name="connsiteX220" fmla="*/ 57150 w 5086063"/>
              <a:gd name="connsiteY220" fmla="*/ 9525 h 9525"/>
              <a:gd name="connsiteX221" fmla="*/ 0 w 5086063"/>
              <a:gd name="connsiteY221" fmla="*/ 9525 h 9525"/>
              <a:gd name="connsiteX222" fmla="*/ 0 w 5086063"/>
              <a:gd name="connsiteY222" fmla="*/ 0 h 9525"/>
              <a:gd name="connsiteX223" fmla="*/ 57150 w 5086063"/>
              <a:gd name="connsiteY223" fmla="*/ 0 h 9525"/>
              <a:gd name="connsiteX224" fmla="*/ 57150 w 5086063"/>
              <a:gd name="connsiteY224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086063" h="9525">
                <a:moveTo>
                  <a:pt x="5086064" y="9525"/>
                </a:moveTo>
                <a:lnTo>
                  <a:pt x="5029200" y="9525"/>
                </a:lnTo>
                <a:lnTo>
                  <a:pt x="5029200" y="0"/>
                </a:lnTo>
                <a:lnTo>
                  <a:pt x="5086064" y="0"/>
                </a:lnTo>
                <a:lnTo>
                  <a:pt x="5086064" y="9525"/>
                </a:lnTo>
                <a:close/>
                <a:moveTo>
                  <a:pt x="4972050" y="9525"/>
                </a:moveTo>
                <a:lnTo>
                  <a:pt x="4914900" y="9525"/>
                </a:lnTo>
                <a:lnTo>
                  <a:pt x="4914900" y="0"/>
                </a:lnTo>
                <a:lnTo>
                  <a:pt x="4972050" y="0"/>
                </a:lnTo>
                <a:lnTo>
                  <a:pt x="4972050" y="9525"/>
                </a:lnTo>
                <a:close/>
                <a:moveTo>
                  <a:pt x="4857750" y="9525"/>
                </a:moveTo>
                <a:lnTo>
                  <a:pt x="4800600" y="9525"/>
                </a:lnTo>
                <a:lnTo>
                  <a:pt x="4800600" y="0"/>
                </a:lnTo>
                <a:lnTo>
                  <a:pt x="4857750" y="0"/>
                </a:lnTo>
                <a:lnTo>
                  <a:pt x="4857750" y="9525"/>
                </a:lnTo>
                <a:close/>
                <a:moveTo>
                  <a:pt x="4743450" y="9525"/>
                </a:moveTo>
                <a:lnTo>
                  <a:pt x="4686300" y="9525"/>
                </a:lnTo>
                <a:lnTo>
                  <a:pt x="4686300" y="0"/>
                </a:lnTo>
                <a:lnTo>
                  <a:pt x="4743450" y="0"/>
                </a:lnTo>
                <a:lnTo>
                  <a:pt x="4743450" y="9525"/>
                </a:lnTo>
                <a:close/>
                <a:moveTo>
                  <a:pt x="4629150" y="9525"/>
                </a:moveTo>
                <a:lnTo>
                  <a:pt x="4572000" y="9525"/>
                </a:lnTo>
                <a:lnTo>
                  <a:pt x="4572000" y="0"/>
                </a:lnTo>
                <a:lnTo>
                  <a:pt x="4629150" y="0"/>
                </a:lnTo>
                <a:lnTo>
                  <a:pt x="4629150" y="9525"/>
                </a:lnTo>
                <a:close/>
                <a:moveTo>
                  <a:pt x="4514850" y="9525"/>
                </a:moveTo>
                <a:lnTo>
                  <a:pt x="4457700" y="9525"/>
                </a:lnTo>
                <a:lnTo>
                  <a:pt x="4457700" y="0"/>
                </a:lnTo>
                <a:lnTo>
                  <a:pt x="4514850" y="0"/>
                </a:lnTo>
                <a:lnTo>
                  <a:pt x="4514850" y="9525"/>
                </a:lnTo>
                <a:close/>
                <a:moveTo>
                  <a:pt x="4400550" y="9525"/>
                </a:moveTo>
                <a:lnTo>
                  <a:pt x="4343400" y="9525"/>
                </a:lnTo>
                <a:lnTo>
                  <a:pt x="4343400" y="0"/>
                </a:lnTo>
                <a:lnTo>
                  <a:pt x="4400550" y="0"/>
                </a:lnTo>
                <a:lnTo>
                  <a:pt x="4400550" y="9525"/>
                </a:lnTo>
                <a:close/>
                <a:moveTo>
                  <a:pt x="4286250" y="9525"/>
                </a:moveTo>
                <a:lnTo>
                  <a:pt x="4229100" y="9525"/>
                </a:lnTo>
                <a:lnTo>
                  <a:pt x="4229100" y="0"/>
                </a:lnTo>
                <a:lnTo>
                  <a:pt x="4286250" y="0"/>
                </a:lnTo>
                <a:lnTo>
                  <a:pt x="4286250" y="9525"/>
                </a:lnTo>
                <a:close/>
                <a:moveTo>
                  <a:pt x="4171950" y="9525"/>
                </a:moveTo>
                <a:lnTo>
                  <a:pt x="4114800" y="9525"/>
                </a:lnTo>
                <a:lnTo>
                  <a:pt x="4114800" y="0"/>
                </a:lnTo>
                <a:lnTo>
                  <a:pt x="4171950" y="0"/>
                </a:lnTo>
                <a:lnTo>
                  <a:pt x="4171950" y="9525"/>
                </a:lnTo>
                <a:close/>
                <a:moveTo>
                  <a:pt x="4057650" y="9525"/>
                </a:moveTo>
                <a:lnTo>
                  <a:pt x="4000500" y="9525"/>
                </a:lnTo>
                <a:lnTo>
                  <a:pt x="4000500" y="0"/>
                </a:lnTo>
                <a:lnTo>
                  <a:pt x="4057650" y="0"/>
                </a:lnTo>
                <a:lnTo>
                  <a:pt x="4057650" y="9525"/>
                </a:lnTo>
                <a:close/>
                <a:moveTo>
                  <a:pt x="3943350" y="9525"/>
                </a:moveTo>
                <a:lnTo>
                  <a:pt x="3886200" y="9525"/>
                </a:lnTo>
                <a:lnTo>
                  <a:pt x="3886200" y="0"/>
                </a:lnTo>
                <a:lnTo>
                  <a:pt x="3943350" y="0"/>
                </a:lnTo>
                <a:lnTo>
                  <a:pt x="3943350" y="9525"/>
                </a:lnTo>
                <a:close/>
                <a:moveTo>
                  <a:pt x="3829050" y="9525"/>
                </a:moveTo>
                <a:lnTo>
                  <a:pt x="3771900" y="9525"/>
                </a:lnTo>
                <a:lnTo>
                  <a:pt x="3771900" y="0"/>
                </a:lnTo>
                <a:lnTo>
                  <a:pt x="3829050" y="0"/>
                </a:lnTo>
                <a:lnTo>
                  <a:pt x="3829050" y="9525"/>
                </a:lnTo>
                <a:close/>
                <a:moveTo>
                  <a:pt x="3714750" y="9525"/>
                </a:moveTo>
                <a:lnTo>
                  <a:pt x="3657600" y="9525"/>
                </a:lnTo>
                <a:lnTo>
                  <a:pt x="3657600" y="0"/>
                </a:lnTo>
                <a:lnTo>
                  <a:pt x="3714750" y="0"/>
                </a:lnTo>
                <a:lnTo>
                  <a:pt x="3714750" y="9525"/>
                </a:lnTo>
                <a:close/>
                <a:moveTo>
                  <a:pt x="3600450" y="9525"/>
                </a:moveTo>
                <a:lnTo>
                  <a:pt x="3543300" y="9525"/>
                </a:lnTo>
                <a:lnTo>
                  <a:pt x="3543300" y="0"/>
                </a:lnTo>
                <a:lnTo>
                  <a:pt x="3600450" y="0"/>
                </a:lnTo>
                <a:lnTo>
                  <a:pt x="3600450" y="9525"/>
                </a:lnTo>
                <a:close/>
                <a:moveTo>
                  <a:pt x="3486150" y="9525"/>
                </a:moveTo>
                <a:lnTo>
                  <a:pt x="3429000" y="9525"/>
                </a:lnTo>
                <a:lnTo>
                  <a:pt x="3429000" y="0"/>
                </a:lnTo>
                <a:lnTo>
                  <a:pt x="3486150" y="0"/>
                </a:lnTo>
                <a:lnTo>
                  <a:pt x="3486150" y="9525"/>
                </a:lnTo>
                <a:close/>
                <a:moveTo>
                  <a:pt x="3371850" y="9525"/>
                </a:moveTo>
                <a:lnTo>
                  <a:pt x="3314700" y="9525"/>
                </a:lnTo>
                <a:lnTo>
                  <a:pt x="3314700" y="0"/>
                </a:lnTo>
                <a:lnTo>
                  <a:pt x="3371850" y="0"/>
                </a:lnTo>
                <a:lnTo>
                  <a:pt x="3371850" y="9525"/>
                </a:lnTo>
                <a:close/>
                <a:moveTo>
                  <a:pt x="3257550" y="9525"/>
                </a:moveTo>
                <a:lnTo>
                  <a:pt x="3200400" y="9525"/>
                </a:lnTo>
                <a:lnTo>
                  <a:pt x="3200400" y="0"/>
                </a:lnTo>
                <a:lnTo>
                  <a:pt x="3257550" y="0"/>
                </a:lnTo>
                <a:lnTo>
                  <a:pt x="3257550" y="9525"/>
                </a:lnTo>
                <a:close/>
                <a:moveTo>
                  <a:pt x="3143250" y="9525"/>
                </a:moveTo>
                <a:lnTo>
                  <a:pt x="3086100" y="9525"/>
                </a:lnTo>
                <a:lnTo>
                  <a:pt x="3086100" y="0"/>
                </a:lnTo>
                <a:lnTo>
                  <a:pt x="3143250" y="0"/>
                </a:lnTo>
                <a:lnTo>
                  <a:pt x="3143250" y="9525"/>
                </a:lnTo>
                <a:close/>
                <a:moveTo>
                  <a:pt x="3028950" y="9525"/>
                </a:moveTo>
                <a:lnTo>
                  <a:pt x="2971800" y="9525"/>
                </a:lnTo>
                <a:lnTo>
                  <a:pt x="2971800" y="0"/>
                </a:lnTo>
                <a:lnTo>
                  <a:pt x="3028950" y="0"/>
                </a:lnTo>
                <a:lnTo>
                  <a:pt x="3028950" y="9525"/>
                </a:lnTo>
                <a:close/>
                <a:moveTo>
                  <a:pt x="2914650" y="9525"/>
                </a:moveTo>
                <a:lnTo>
                  <a:pt x="2857500" y="9525"/>
                </a:lnTo>
                <a:lnTo>
                  <a:pt x="2857500" y="0"/>
                </a:lnTo>
                <a:lnTo>
                  <a:pt x="2914650" y="0"/>
                </a:lnTo>
                <a:lnTo>
                  <a:pt x="2914650" y="9525"/>
                </a:lnTo>
                <a:close/>
                <a:moveTo>
                  <a:pt x="2800350" y="9525"/>
                </a:moveTo>
                <a:lnTo>
                  <a:pt x="2743200" y="9525"/>
                </a:lnTo>
                <a:lnTo>
                  <a:pt x="2743200" y="0"/>
                </a:lnTo>
                <a:lnTo>
                  <a:pt x="2800350" y="0"/>
                </a:lnTo>
                <a:lnTo>
                  <a:pt x="2800350" y="9525"/>
                </a:lnTo>
                <a:close/>
                <a:moveTo>
                  <a:pt x="2686050" y="9525"/>
                </a:moveTo>
                <a:lnTo>
                  <a:pt x="2628900" y="9525"/>
                </a:lnTo>
                <a:lnTo>
                  <a:pt x="2628900" y="0"/>
                </a:lnTo>
                <a:lnTo>
                  <a:pt x="2686050" y="0"/>
                </a:lnTo>
                <a:lnTo>
                  <a:pt x="2686050" y="9525"/>
                </a:lnTo>
                <a:close/>
                <a:moveTo>
                  <a:pt x="2571750" y="9525"/>
                </a:moveTo>
                <a:lnTo>
                  <a:pt x="2514600" y="9525"/>
                </a:lnTo>
                <a:lnTo>
                  <a:pt x="2514600" y="0"/>
                </a:lnTo>
                <a:lnTo>
                  <a:pt x="2571750" y="0"/>
                </a:lnTo>
                <a:lnTo>
                  <a:pt x="2571750" y="9525"/>
                </a:lnTo>
                <a:close/>
                <a:moveTo>
                  <a:pt x="2457450" y="9525"/>
                </a:moveTo>
                <a:lnTo>
                  <a:pt x="2400300" y="9525"/>
                </a:lnTo>
                <a:lnTo>
                  <a:pt x="2400300" y="0"/>
                </a:lnTo>
                <a:lnTo>
                  <a:pt x="2457450" y="0"/>
                </a:lnTo>
                <a:lnTo>
                  <a:pt x="2457450" y="9525"/>
                </a:lnTo>
                <a:close/>
                <a:moveTo>
                  <a:pt x="2343150" y="9525"/>
                </a:moveTo>
                <a:lnTo>
                  <a:pt x="2286000" y="9525"/>
                </a:lnTo>
                <a:lnTo>
                  <a:pt x="2286000" y="0"/>
                </a:lnTo>
                <a:lnTo>
                  <a:pt x="2343150" y="0"/>
                </a:lnTo>
                <a:lnTo>
                  <a:pt x="2343150" y="9525"/>
                </a:lnTo>
                <a:close/>
                <a:moveTo>
                  <a:pt x="2228850" y="9525"/>
                </a:moveTo>
                <a:lnTo>
                  <a:pt x="2171700" y="9525"/>
                </a:lnTo>
                <a:lnTo>
                  <a:pt x="2171700" y="0"/>
                </a:lnTo>
                <a:lnTo>
                  <a:pt x="2228850" y="0"/>
                </a:lnTo>
                <a:lnTo>
                  <a:pt x="2228850" y="9525"/>
                </a:lnTo>
                <a:close/>
                <a:moveTo>
                  <a:pt x="2114550" y="9525"/>
                </a:moveTo>
                <a:lnTo>
                  <a:pt x="2057400" y="9525"/>
                </a:lnTo>
                <a:lnTo>
                  <a:pt x="2057400" y="0"/>
                </a:lnTo>
                <a:lnTo>
                  <a:pt x="2114550" y="0"/>
                </a:lnTo>
                <a:lnTo>
                  <a:pt x="2114550" y="9525"/>
                </a:lnTo>
                <a:close/>
                <a:moveTo>
                  <a:pt x="2000250" y="9525"/>
                </a:moveTo>
                <a:lnTo>
                  <a:pt x="1943100" y="9525"/>
                </a:lnTo>
                <a:lnTo>
                  <a:pt x="1943100" y="0"/>
                </a:lnTo>
                <a:lnTo>
                  <a:pt x="2000250" y="0"/>
                </a:lnTo>
                <a:lnTo>
                  <a:pt x="2000250" y="9525"/>
                </a:lnTo>
                <a:close/>
                <a:moveTo>
                  <a:pt x="1885950" y="9525"/>
                </a:moveTo>
                <a:lnTo>
                  <a:pt x="1828800" y="9525"/>
                </a:lnTo>
                <a:lnTo>
                  <a:pt x="1828800" y="0"/>
                </a:lnTo>
                <a:lnTo>
                  <a:pt x="1885950" y="0"/>
                </a:lnTo>
                <a:lnTo>
                  <a:pt x="1885950" y="9525"/>
                </a:lnTo>
                <a:close/>
                <a:moveTo>
                  <a:pt x="1771650" y="9525"/>
                </a:moveTo>
                <a:lnTo>
                  <a:pt x="1714500" y="9525"/>
                </a:lnTo>
                <a:lnTo>
                  <a:pt x="1714500" y="0"/>
                </a:lnTo>
                <a:lnTo>
                  <a:pt x="1771650" y="0"/>
                </a:lnTo>
                <a:lnTo>
                  <a:pt x="1771650" y="9525"/>
                </a:lnTo>
                <a:close/>
                <a:moveTo>
                  <a:pt x="1657350" y="9525"/>
                </a:moveTo>
                <a:lnTo>
                  <a:pt x="1600200" y="9525"/>
                </a:lnTo>
                <a:lnTo>
                  <a:pt x="1600200" y="0"/>
                </a:lnTo>
                <a:lnTo>
                  <a:pt x="1657350" y="0"/>
                </a:lnTo>
                <a:lnTo>
                  <a:pt x="1657350" y="9525"/>
                </a:lnTo>
                <a:close/>
                <a:moveTo>
                  <a:pt x="1543050" y="9525"/>
                </a:moveTo>
                <a:lnTo>
                  <a:pt x="1485900" y="9525"/>
                </a:lnTo>
                <a:lnTo>
                  <a:pt x="1485900" y="0"/>
                </a:lnTo>
                <a:lnTo>
                  <a:pt x="1543050" y="0"/>
                </a:lnTo>
                <a:lnTo>
                  <a:pt x="1543050" y="9525"/>
                </a:lnTo>
                <a:close/>
                <a:moveTo>
                  <a:pt x="1428750" y="9525"/>
                </a:moveTo>
                <a:lnTo>
                  <a:pt x="1371600" y="9525"/>
                </a:lnTo>
                <a:lnTo>
                  <a:pt x="1371600" y="0"/>
                </a:lnTo>
                <a:lnTo>
                  <a:pt x="1428750" y="0"/>
                </a:lnTo>
                <a:lnTo>
                  <a:pt x="1428750" y="9525"/>
                </a:lnTo>
                <a:close/>
                <a:moveTo>
                  <a:pt x="1314450" y="9525"/>
                </a:moveTo>
                <a:lnTo>
                  <a:pt x="1257300" y="9525"/>
                </a:lnTo>
                <a:lnTo>
                  <a:pt x="1257300" y="0"/>
                </a:lnTo>
                <a:lnTo>
                  <a:pt x="1314450" y="0"/>
                </a:lnTo>
                <a:lnTo>
                  <a:pt x="1314450" y="9525"/>
                </a:lnTo>
                <a:close/>
                <a:moveTo>
                  <a:pt x="1200150" y="9525"/>
                </a:moveTo>
                <a:lnTo>
                  <a:pt x="1143000" y="9525"/>
                </a:lnTo>
                <a:lnTo>
                  <a:pt x="1143000" y="0"/>
                </a:lnTo>
                <a:lnTo>
                  <a:pt x="1200150" y="0"/>
                </a:lnTo>
                <a:lnTo>
                  <a:pt x="1200150" y="9525"/>
                </a:lnTo>
                <a:close/>
                <a:moveTo>
                  <a:pt x="1085850" y="9525"/>
                </a:moveTo>
                <a:lnTo>
                  <a:pt x="1028700" y="9525"/>
                </a:lnTo>
                <a:lnTo>
                  <a:pt x="1028700" y="0"/>
                </a:lnTo>
                <a:lnTo>
                  <a:pt x="1085850" y="0"/>
                </a:lnTo>
                <a:lnTo>
                  <a:pt x="1085850" y="9525"/>
                </a:lnTo>
                <a:close/>
                <a:moveTo>
                  <a:pt x="971550" y="9525"/>
                </a:moveTo>
                <a:lnTo>
                  <a:pt x="914400" y="9525"/>
                </a:lnTo>
                <a:lnTo>
                  <a:pt x="914400" y="0"/>
                </a:lnTo>
                <a:lnTo>
                  <a:pt x="971550" y="0"/>
                </a:lnTo>
                <a:lnTo>
                  <a:pt x="971550" y="9525"/>
                </a:lnTo>
                <a:close/>
                <a:moveTo>
                  <a:pt x="857250" y="9525"/>
                </a:moveTo>
                <a:lnTo>
                  <a:pt x="800100" y="9525"/>
                </a:lnTo>
                <a:lnTo>
                  <a:pt x="800100" y="0"/>
                </a:lnTo>
                <a:lnTo>
                  <a:pt x="857250" y="0"/>
                </a:lnTo>
                <a:lnTo>
                  <a:pt x="857250" y="9525"/>
                </a:lnTo>
                <a:close/>
                <a:moveTo>
                  <a:pt x="742950" y="9525"/>
                </a:moveTo>
                <a:lnTo>
                  <a:pt x="685800" y="9525"/>
                </a:lnTo>
                <a:lnTo>
                  <a:pt x="685800" y="0"/>
                </a:lnTo>
                <a:lnTo>
                  <a:pt x="742950" y="0"/>
                </a:lnTo>
                <a:lnTo>
                  <a:pt x="742950" y="9525"/>
                </a:lnTo>
                <a:close/>
                <a:moveTo>
                  <a:pt x="628650" y="9525"/>
                </a:moveTo>
                <a:lnTo>
                  <a:pt x="571500" y="9525"/>
                </a:lnTo>
                <a:lnTo>
                  <a:pt x="571500" y="0"/>
                </a:lnTo>
                <a:lnTo>
                  <a:pt x="628650" y="0"/>
                </a:lnTo>
                <a:lnTo>
                  <a:pt x="628650" y="9525"/>
                </a:lnTo>
                <a:close/>
                <a:moveTo>
                  <a:pt x="514350" y="9525"/>
                </a:moveTo>
                <a:lnTo>
                  <a:pt x="457200" y="9525"/>
                </a:lnTo>
                <a:lnTo>
                  <a:pt x="457200" y="0"/>
                </a:lnTo>
                <a:lnTo>
                  <a:pt x="514350" y="0"/>
                </a:lnTo>
                <a:lnTo>
                  <a:pt x="514350" y="9525"/>
                </a:lnTo>
                <a:close/>
                <a:moveTo>
                  <a:pt x="400050" y="9525"/>
                </a:moveTo>
                <a:lnTo>
                  <a:pt x="342900" y="9525"/>
                </a:lnTo>
                <a:lnTo>
                  <a:pt x="342900" y="0"/>
                </a:lnTo>
                <a:lnTo>
                  <a:pt x="400050" y="0"/>
                </a:lnTo>
                <a:lnTo>
                  <a:pt x="400050" y="9525"/>
                </a:lnTo>
                <a:close/>
                <a:moveTo>
                  <a:pt x="285750" y="9525"/>
                </a:moveTo>
                <a:lnTo>
                  <a:pt x="228600" y="9525"/>
                </a:lnTo>
                <a:lnTo>
                  <a:pt x="228600" y="0"/>
                </a:lnTo>
                <a:lnTo>
                  <a:pt x="285750" y="0"/>
                </a:lnTo>
                <a:lnTo>
                  <a:pt x="285750" y="9525"/>
                </a:lnTo>
                <a:close/>
                <a:moveTo>
                  <a:pt x="171450" y="9525"/>
                </a:moveTo>
                <a:lnTo>
                  <a:pt x="114300" y="9525"/>
                </a:lnTo>
                <a:lnTo>
                  <a:pt x="114300" y="0"/>
                </a:lnTo>
                <a:lnTo>
                  <a:pt x="171450" y="0"/>
                </a:lnTo>
                <a:lnTo>
                  <a:pt x="171450" y="9525"/>
                </a:lnTo>
                <a:close/>
                <a:moveTo>
                  <a:pt x="5715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" y="0"/>
                </a:lnTo>
                <a:lnTo>
                  <a:pt x="57150" y="952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73A417-B340-43C4-9CD8-C047DB6A01C1}"/>
              </a:ext>
            </a:extLst>
          </p:cNvPr>
          <p:cNvSpPr txBox="1"/>
          <p:nvPr/>
        </p:nvSpPr>
        <p:spPr>
          <a:xfrm>
            <a:off x="8558192" y="4987744"/>
            <a:ext cx="391454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 dirty="0">
                <a:solidFill>
                  <a:schemeClr val="bg2">
                    <a:lumMod val="25000"/>
                  </a:schemeClr>
                </a:solidFill>
                <a:latin typeface="Montserrat"/>
                <a:sym typeface="Poppins"/>
                <a:rtl val="0"/>
              </a:rPr>
              <a:t>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9DEF96-CD33-479C-9102-942109B6D521}"/>
              </a:ext>
            </a:extLst>
          </p:cNvPr>
          <p:cNvSpPr txBox="1"/>
          <p:nvPr/>
        </p:nvSpPr>
        <p:spPr>
          <a:xfrm>
            <a:off x="3661803" y="4811754"/>
            <a:ext cx="1914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Y" sz="32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latin typeface="Montserrat"/>
                <a:sym typeface="Poppins"/>
                <a:rtl val="0"/>
              </a:rPr>
              <a:t>تصميم النظام</a:t>
            </a:r>
            <a:endParaRPr lang="en-US" sz="3200" b="1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"/>
              <a:sym typeface="Poppins"/>
              <a:rtl val="0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18475BE-D1F4-4641-BAD6-32D17A06294A}"/>
              </a:ext>
            </a:extLst>
          </p:cNvPr>
          <p:cNvSpPr/>
          <p:nvPr/>
        </p:nvSpPr>
        <p:spPr>
          <a:xfrm>
            <a:off x="3742575" y="6429099"/>
            <a:ext cx="5086063" cy="9525"/>
          </a:xfrm>
          <a:custGeom>
            <a:avLst/>
            <a:gdLst>
              <a:gd name="connsiteX0" fmla="*/ 5086064 w 5086063"/>
              <a:gd name="connsiteY0" fmla="*/ 9525 h 9525"/>
              <a:gd name="connsiteX1" fmla="*/ 5029200 w 5086063"/>
              <a:gd name="connsiteY1" fmla="*/ 9525 h 9525"/>
              <a:gd name="connsiteX2" fmla="*/ 5029200 w 5086063"/>
              <a:gd name="connsiteY2" fmla="*/ 0 h 9525"/>
              <a:gd name="connsiteX3" fmla="*/ 5086064 w 5086063"/>
              <a:gd name="connsiteY3" fmla="*/ 0 h 9525"/>
              <a:gd name="connsiteX4" fmla="*/ 5086064 w 5086063"/>
              <a:gd name="connsiteY4" fmla="*/ 9525 h 9525"/>
              <a:gd name="connsiteX5" fmla="*/ 4972050 w 5086063"/>
              <a:gd name="connsiteY5" fmla="*/ 9525 h 9525"/>
              <a:gd name="connsiteX6" fmla="*/ 4914900 w 5086063"/>
              <a:gd name="connsiteY6" fmla="*/ 9525 h 9525"/>
              <a:gd name="connsiteX7" fmla="*/ 4914900 w 5086063"/>
              <a:gd name="connsiteY7" fmla="*/ 0 h 9525"/>
              <a:gd name="connsiteX8" fmla="*/ 4972050 w 5086063"/>
              <a:gd name="connsiteY8" fmla="*/ 0 h 9525"/>
              <a:gd name="connsiteX9" fmla="*/ 4972050 w 5086063"/>
              <a:gd name="connsiteY9" fmla="*/ 9525 h 9525"/>
              <a:gd name="connsiteX10" fmla="*/ 4857750 w 5086063"/>
              <a:gd name="connsiteY10" fmla="*/ 9525 h 9525"/>
              <a:gd name="connsiteX11" fmla="*/ 4800600 w 5086063"/>
              <a:gd name="connsiteY11" fmla="*/ 9525 h 9525"/>
              <a:gd name="connsiteX12" fmla="*/ 4800600 w 5086063"/>
              <a:gd name="connsiteY12" fmla="*/ 0 h 9525"/>
              <a:gd name="connsiteX13" fmla="*/ 4857750 w 5086063"/>
              <a:gd name="connsiteY13" fmla="*/ 0 h 9525"/>
              <a:gd name="connsiteX14" fmla="*/ 4857750 w 5086063"/>
              <a:gd name="connsiteY14" fmla="*/ 9525 h 9525"/>
              <a:gd name="connsiteX15" fmla="*/ 4743450 w 5086063"/>
              <a:gd name="connsiteY15" fmla="*/ 9525 h 9525"/>
              <a:gd name="connsiteX16" fmla="*/ 4686300 w 5086063"/>
              <a:gd name="connsiteY16" fmla="*/ 9525 h 9525"/>
              <a:gd name="connsiteX17" fmla="*/ 4686300 w 5086063"/>
              <a:gd name="connsiteY17" fmla="*/ 0 h 9525"/>
              <a:gd name="connsiteX18" fmla="*/ 4743450 w 5086063"/>
              <a:gd name="connsiteY18" fmla="*/ 0 h 9525"/>
              <a:gd name="connsiteX19" fmla="*/ 4743450 w 5086063"/>
              <a:gd name="connsiteY19" fmla="*/ 9525 h 9525"/>
              <a:gd name="connsiteX20" fmla="*/ 4629150 w 5086063"/>
              <a:gd name="connsiteY20" fmla="*/ 9525 h 9525"/>
              <a:gd name="connsiteX21" fmla="*/ 4572000 w 5086063"/>
              <a:gd name="connsiteY21" fmla="*/ 9525 h 9525"/>
              <a:gd name="connsiteX22" fmla="*/ 4572000 w 5086063"/>
              <a:gd name="connsiteY22" fmla="*/ 0 h 9525"/>
              <a:gd name="connsiteX23" fmla="*/ 4629150 w 5086063"/>
              <a:gd name="connsiteY23" fmla="*/ 0 h 9525"/>
              <a:gd name="connsiteX24" fmla="*/ 4629150 w 5086063"/>
              <a:gd name="connsiteY24" fmla="*/ 9525 h 9525"/>
              <a:gd name="connsiteX25" fmla="*/ 4514850 w 5086063"/>
              <a:gd name="connsiteY25" fmla="*/ 9525 h 9525"/>
              <a:gd name="connsiteX26" fmla="*/ 4457700 w 5086063"/>
              <a:gd name="connsiteY26" fmla="*/ 9525 h 9525"/>
              <a:gd name="connsiteX27" fmla="*/ 4457700 w 5086063"/>
              <a:gd name="connsiteY27" fmla="*/ 0 h 9525"/>
              <a:gd name="connsiteX28" fmla="*/ 4514850 w 5086063"/>
              <a:gd name="connsiteY28" fmla="*/ 0 h 9525"/>
              <a:gd name="connsiteX29" fmla="*/ 4514850 w 5086063"/>
              <a:gd name="connsiteY29" fmla="*/ 9525 h 9525"/>
              <a:gd name="connsiteX30" fmla="*/ 4400550 w 5086063"/>
              <a:gd name="connsiteY30" fmla="*/ 9525 h 9525"/>
              <a:gd name="connsiteX31" fmla="*/ 4343400 w 5086063"/>
              <a:gd name="connsiteY31" fmla="*/ 9525 h 9525"/>
              <a:gd name="connsiteX32" fmla="*/ 4343400 w 5086063"/>
              <a:gd name="connsiteY32" fmla="*/ 0 h 9525"/>
              <a:gd name="connsiteX33" fmla="*/ 4400550 w 5086063"/>
              <a:gd name="connsiteY33" fmla="*/ 0 h 9525"/>
              <a:gd name="connsiteX34" fmla="*/ 4400550 w 5086063"/>
              <a:gd name="connsiteY34" fmla="*/ 9525 h 9525"/>
              <a:gd name="connsiteX35" fmla="*/ 4286250 w 5086063"/>
              <a:gd name="connsiteY35" fmla="*/ 9525 h 9525"/>
              <a:gd name="connsiteX36" fmla="*/ 4229100 w 5086063"/>
              <a:gd name="connsiteY36" fmla="*/ 9525 h 9525"/>
              <a:gd name="connsiteX37" fmla="*/ 4229100 w 5086063"/>
              <a:gd name="connsiteY37" fmla="*/ 0 h 9525"/>
              <a:gd name="connsiteX38" fmla="*/ 4286250 w 5086063"/>
              <a:gd name="connsiteY38" fmla="*/ 0 h 9525"/>
              <a:gd name="connsiteX39" fmla="*/ 4286250 w 5086063"/>
              <a:gd name="connsiteY39" fmla="*/ 9525 h 9525"/>
              <a:gd name="connsiteX40" fmla="*/ 4171950 w 5086063"/>
              <a:gd name="connsiteY40" fmla="*/ 9525 h 9525"/>
              <a:gd name="connsiteX41" fmla="*/ 4114800 w 5086063"/>
              <a:gd name="connsiteY41" fmla="*/ 9525 h 9525"/>
              <a:gd name="connsiteX42" fmla="*/ 4114800 w 5086063"/>
              <a:gd name="connsiteY42" fmla="*/ 0 h 9525"/>
              <a:gd name="connsiteX43" fmla="*/ 4171950 w 5086063"/>
              <a:gd name="connsiteY43" fmla="*/ 0 h 9525"/>
              <a:gd name="connsiteX44" fmla="*/ 4171950 w 5086063"/>
              <a:gd name="connsiteY44" fmla="*/ 9525 h 9525"/>
              <a:gd name="connsiteX45" fmla="*/ 4057650 w 5086063"/>
              <a:gd name="connsiteY45" fmla="*/ 9525 h 9525"/>
              <a:gd name="connsiteX46" fmla="*/ 4000500 w 5086063"/>
              <a:gd name="connsiteY46" fmla="*/ 9525 h 9525"/>
              <a:gd name="connsiteX47" fmla="*/ 4000500 w 5086063"/>
              <a:gd name="connsiteY47" fmla="*/ 0 h 9525"/>
              <a:gd name="connsiteX48" fmla="*/ 4057650 w 5086063"/>
              <a:gd name="connsiteY48" fmla="*/ 0 h 9525"/>
              <a:gd name="connsiteX49" fmla="*/ 4057650 w 5086063"/>
              <a:gd name="connsiteY49" fmla="*/ 9525 h 9525"/>
              <a:gd name="connsiteX50" fmla="*/ 3943350 w 5086063"/>
              <a:gd name="connsiteY50" fmla="*/ 9525 h 9525"/>
              <a:gd name="connsiteX51" fmla="*/ 3886200 w 5086063"/>
              <a:gd name="connsiteY51" fmla="*/ 9525 h 9525"/>
              <a:gd name="connsiteX52" fmla="*/ 3886200 w 5086063"/>
              <a:gd name="connsiteY52" fmla="*/ 0 h 9525"/>
              <a:gd name="connsiteX53" fmla="*/ 3943350 w 5086063"/>
              <a:gd name="connsiteY53" fmla="*/ 0 h 9525"/>
              <a:gd name="connsiteX54" fmla="*/ 3943350 w 5086063"/>
              <a:gd name="connsiteY54" fmla="*/ 9525 h 9525"/>
              <a:gd name="connsiteX55" fmla="*/ 3829050 w 5086063"/>
              <a:gd name="connsiteY55" fmla="*/ 9525 h 9525"/>
              <a:gd name="connsiteX56" fmla="*/ 3771900 w 5086063"/>
              <a:gd name="connsiteY56" fmla="*/ 9525 h 9525"/>
              <a:gd name="connsiteX57" fmla="*/ 3771900 w 5086063"/>
              <a:gd name="connsiteY57" fmla="*/ 0 h 9525"/>
              <a:gd name="connsiteX58" fmla="*/ 3829050 w 5086063"/>
              <a:gd name="connsiteY58" fmla="*/ 0 h 9525"/>
              <a:gd name="connsiteX59" fmla="*/ 3829050 w 5086063"/>
              <a:gd name="connsiteY59" fmla="*/ 9525 h 9525"/>
              <a:gd name="connsiteX60" fmla="*/ 3714750 w 5086063"/>
              <a:gd name="connsiteY60" fmla="*/ 9525 h 9525"/>
              <a:gd name="connsiteX61" fmla="*/ 3657600 w 5086063"/>
              <a:gd name="connsiteY61" fmla="*/ 9525 h 9525"/>
              <a:gd name="connsiteX62" fmla="*/ 3657600 w 5086063"/>
              <a:gd name="connsiteY62" fmla="*/ 0 h 9525"/>
              <a:gd name="connsiteX63" fmla="*/ 3714750 w 5086063"/>
              <a:gd name="connsiteY63" fmla="*/ 0 h 9525"/>
              <a:gd name="connsiteX64" fmla="*/ 3714750 w 5086063"/>
              <a:gd name="connsiteY64" fmla="*/ 9525 h 9525"/>
              <a:gd name="connsiteX65" fmla="*/ 3600450 w 5086063"/>
              <a:gd name="connsiteY65" fmla="*/ 9525 h 9525"/>
              <a:gd name="connsiteX66" fmla="*/ 3543300 w 5086063"/>
              <a:gd name="connsiteY66" fmla="*/ 9525 h 9525"/>
              <a:gd name="connsiteX67" fmla="*/ 3543300 w 5086063"/>
              <a:gd name="connsiteY67" fmla="*/ 0 h 9525"/>
              <a:gd name="connsiteX68" fmla="*/ 3600450 w 5086063"/>
              <a:gd name="connsiteY68" fmla="*/ 0 h 9525"/>
              <a:gd name="connsiteX69" fmla="*/ 3600450 w 5086063"/>
              <a:gd name="connsiteY69" fmla="*/ 9525 h 9525"/>
              <a:gd name="connsiteX70" fmla="*/ 3486150 w 5086063"/>
              <a:gd name="connsiteY70" fmla="*/ 9525 h 9525"/>
              <a:gd name="connsiteX71" fmla="*/ 3429000 w 5086063"/>
              <a:gd name="connsiteY71" fmla="*/ 9525 h 9525"/>
              <a:gd name="connsiteX72" fmla="*/ 3429000 w 5086063"/>
              <a:gd name="connsiteY72" fmla="*/ 0 h 9525"/>
              <a:gd name="connsiteX73" fmla="*/ 3486150 w 5086063"/>
              <a:gd name="connsiteY73" fmla="*/ 0 h 9525"/>
              <a:gd name="connsiteX74" fmla="*/ 3486150 w 5086063"/>
              <a:gd name="connsiteY74" fmla="*/ 9525 h 9525"/>
              <a:gd name="connsiteX75" fmla="*/ 3371850 w 5086063"/>
              <a:gd name="connsiteY75" fmla="*/ 9525 h 9525"/>
              <a:gd name="connsiteX76" fmla="*/ 3314700 w 5086063"/>
              <a:gd name="connsiteY76" fmla="*/ 9525 h 9525"/>
              <a:gd name="connsiteX77" fmla="*/ 3314700 w 5086063"/>
              <a:gd name="connsiteY77" fmla="*/ 0 h 9525"/>
              <a:gd name="connsiteX78" fmla="*/ 3371850 w 5086063"/>
              <a:gd name="connsiteY78" fmla="*/ 0 h 9525"/>
              <a:gd name="connsiteX79" fmla="*/ 3371850 w 5086063"/>
              <a:gd name="connsiteY79" fmla="*/ 9525 h 9525"/>
              <a:gd name="connsiteX80" fmla="*/ 3257550 w 5086063"/>
              <a:gd name="connsiteY80" fmla="*/ 9525 h 9525"/>
              <a:gd name="connsiteX81" fmla="*/ 3200400 w 5086063"/>
              <a:gd name="connsiteY81" fmla="*/ 9525 h 9525"/>
              <a:gd name="connsiteX82" fmla="*/ 3200400 w 5086063"/>
              <a:gd name="connsiteY82" fmla="*/ 0 h 9525"/>
              <a:gd name="connsiteX83" fmla="*/ 3257550 w 5086063"/>
              <a:gd name="connsiteY83" fmla="*/ 0 h 9525"/>
              <a:gd name="connsiteX84" fmla="*/ 3257550 w 5086063"/>
              <a:gd name="connsiteY84" fmla="*/ 9525 h 9525"/>
              <a:gd name="connsiteX85" fmla="*/ 3143250 w 5086063"/>
              <a:gd name="connsiteY85" fmla="*/ 9525 h 9525"/>
              <a:gd name="connsiteX86" fmla="*/ 3086100 w 5086063"/>
              <a:gd name="connsiteY86" fmla="*/ 9525 h 9525"/>
              <a:gd name="connsiteX87" fmla="*/ 3086100 w 5086063"/>
              <a:gd name="connsiteY87" fmla="*/ 0 h 9525"/>
              <a:gd name="connsiteX88" fmla="*/ 3143250 w 5086063"/>
              <a:gd name="connsiteY88" fmla="*/ 0 h 9525"/>
              <a:gd name="connsiteX89" fmla="*/ 3143250 w 5086063"/>
              <a:gd name="connsiteY89" fmla="*/ 9525 h 9525"/>
              <a:gd name="connsiteX90" fmla="*/ 3028950 w 5086063"/>
              <a:gd name="connsiteY90" fmla="*/ 9525 h 9525"/>
              <a:gd name="connsiteX91" fmla="*/ 2971800 w 5086063"/>
              <a:gd name="connsiteY91" fmla="*/ 9525 h 9525"/>
              <a:gd name="connsiteX92" fmla="*/ 2971800 w 5086063"/>
              <a:gd name="connsiteY92" fmla="*/ 0 h 9525"/>
              <a:gd name="connsiteX93" fmla="*/ 3028950 w 5086063"/>
              <a:gd name="connsiteY93" fmla="*/ 0 h 9525"/>
              <a:gd name="connsiteX94" fmla="*/ 3028950 w 5086063"/>
              <a:gd name="connsiteY94" fmla="*/ 9525 h 9525"/>
              <a:gd name="connsiteX95" fmla="*/ 2914650 w 5086063"/>
              <a:gd name="connsiteY95" fmla="*/ 9525 h 9525"/>
              <a:gd name="connsiteX96" fmla="*/ 2857500 w 5086063"/>
              <a:gd name="connsiteY96" fmla="*/ 9525 h 9525"/>
              <a:gd name="connsiteX97" fmla="*/ 2857500 w 5086063"/>
              <a:gd name="connsiteY97" fmla="*/ 0 h 9525"/>
              <a:gd name="connsiteX98" fmla="*/ 2914650 w 5086063"/>
              <a:gd name="connsiteY98" fmla="*/ 0 h 9525"/>
              <a:gd name="connsiteX99" fmla="*/ 2914650 w 5086063"/>
              <a:gd name="connsiteY99" fmla="*/ 9525 h 9525"/>
              <a:gd name="connsiteX100" fmla="*/ 2800350 w 5086063"/>
              <a:gd name="connsiteY100" fmla="*/ 9525 h 9525"/>
              <a:gd name="connsiteX101" fmla="*/ 2743200 w 5086063"/>
              <a:gd name="connsiteY101" fmla="*/ 9525 h 9525"/>
              <a:gd name="connsiteX102" fmla="*/ 2743200 w 5086063"/>
              <a:gd name="connsiteY102" fmla="*/ 0 h 9525"/>
              <a:gd name="connsiteX103" fmla="*/ 2800350 w 5086063"/>
              <a:gd name="connsiteY103" fmla="*/ 0 h 9525"/>
              <a:gd name="connsiteX104" fmla="*/ 2800350 w 5086063"/>
              <a:gd name="connsiteY104" fmla="*/ 9525 h 9525"/>
              <a:gd name="connsiteX105" fmla="*/ 2686050 w 5086063"/>
              <a:gd name="connsiteY105" fmla="*/ 9525 h 9525"/>
              <a:gd name="connsiteX106" fmla="*/ 2628900 w 5086063"/>
              <a:gd name="connsiteY106" fmla="*/ 9525 h 9525"/>
              <a:gd name="connsiteX107" fmla="*/ 2628900 w 5086063"/>
              <a:gd name="connsiteY107" fmla="*/ 0 h 9525"/>
              <a:gd name="connsiteX108" fmla="*/ 2686050 w 5086063"/>
              <a:gd name="connsiteY108" fmla="*/ 0 h 9525"/>
              <a:gd name="connsiteX109" fmla="*/ 2686050 w 5086063"/>
              <a:gd name="connsiteY109" fmla="*/ 9525 h 9525"/>
              <a:gd name="connsiteX110" fmla="*/ 2571750 w 5086063"/>
              <a:gd name="connsiteY110" fmla="*/ 9525 h 9525"/>
              <a:gd name="connsiteX111" fmla="*/ 2514600 w 5086063"/>
              <a:gd name="connsiteY111" fmla="*/ 9525 h 9525"/>
              <a:gd name="connsiteX112" fmla="*/ 2514600 w 5086063"/>
              <a:gd name="connsiteY112" fmla="*/ 0 h 9525"/>
              <a:gd name="connsiteX113" fmla="*/ 2571750 w 5086063"/>
              <a:gd name="connsiteY113" fmla="*/ 0 h 9525"/>
              <a:gd name="connsiteX114" fmla="*/ 2571750 w 5086063"/>
              <a:gd name="connsiteY114" fmla="*/ 9525 h 9525"/>
              <a:gd name="connsiteX115" fmla="*/ 2457450 w 5086063"/>
              <a:gd name="connsiteY115" fmla="*/ 9525 h 9525"/>
              <a:gd name="connsiteX116" fmla="*/ 2400300 w 5086063"/>
              <a:gd name="connsiteY116" fmla="*/ 9525 h 9525"/>
              <a:gd name="connsiteX117" fmla="*/ 2400300 w 5086063"/>
              <a:gd name="connsiteY117" fmla="*/ 0 h 9525"/>
              <a:gd name="connsiteX118" fmla="*/ 2457450 w 5086063"/>
              <a:gd name="connsiteY118" fmla="*/ 0 h 9525"/>
              <a:gd name="connsiteX119" fmla="*/ 2457450 w 5086063"/>
              <a:gd name="connsiteY119" fmla="*/ 9525 h 9525"/>
              <a:gd name="connsiteX120" fmla="*/ 2343150 w 5086063"/>
              <a:gd name="connsiteY120" fmla="*/ 9525 h 9525"/>
              <a:gd name="connsiteX121" fmla="*/ 2286000 w 5086063"/>
              <a:gd name="connsiteY121" fmla="*/ 9525 h 9525"/>
              <a:gd name="connsiteX122" fmla="*/ 2286000 w 5086063"/>
              <a:gd name="connsiteY122" fmla="*/ 0 h 9525"/>
              <a:gd name="connsiteX123" fmla="*/ 2343150 w 5086063"/>
              <a:gd name="connsiteY123" fmla="*/ 0 h 9525"/>
              <a:gd name="connsiteX124" fmla="*/ 2343150 w 5086063"/>
              <a:gd name="connsiteY124" fmla="*/ 9525 h 9525"/>
              <a:gd name="connsiteX125" fmla="*/ 2228850 w 5086063"/>
              <a:gd name="connsiteY125" fmla="*/ 9525 h 9525"/>
              <a:gd name="connsiteX126" fmla="*/ 2171700 w 5086063"/>
              <a:gd name="connsiteY126" fmla="*/ 9525 h 9525"/>
              <a:gd name="connsiteX127" fmla="*/ 2171700 w 5086063"/>
              <a:gd name="connsiteY127" fmla="*/ 0 h 9525"/>
              <a:gd name="connsiteX128" fmla="*/ 2228850 w 5086063"/>
              <a:gd name="connsiteY128" fmla="*/ 0 h 9525"/>
              <a:gd name="connsiteX129" fmla="*/ 2228850 w 5086063"/>
              <a:gd name="connsiteY129" fmla="*/ 9525 h 9525"/>
              <a:gd name="connsiteX130" fmla="*/ 2114550 w 5086063"/>
              <a:gd name="connsiteY130" fmla="*/ 9525 h 9525"/>
              <a:gd name="connsiteX131" fmla="*/ 2057400 w 5086063"/>
              <a:gd name="connsiteY131" fmla="*/ 9525 h 9525"/>
              <a:gd name="connsiteX132" fmla="*/ 2057400 w 5086063"/>
              <a:gd name="connsiteY132" fmla="*/ 0 h 9525"/>
              <a:gd name="connsiteX133" fmla="*/ 2114550 w 5086063"/>
              <a:gd name="connsiteY133" fmla="*/ 0 h 9525"/>
              <a:gd name="connsiteX134" fmla="*/ 2114550 w 5086063"/>
              <a:gd name="connsiteY134" fmla="*/ 9525 h 9525"/>
              <a:gd name="connsiteX135" fmla="*/ 2000250 w 5086063"/>
              <a:gd name="connsiteY135" fmla="*/ 9525 h 9525"/>
              <a:gd name="connsiteX136" fmla="*/ 1943100 w 5086063"/>
              <a:gd name="connsiteY136" fmla="*/ 9525 h 9525"/>
              <a:gd name="connsiteX137" fmla="*/ 1943100 w 5086063"/>
              <a:gd name="connsiteY137" fmla="*/ 0 h 9525"/>
              <a:gd name="connsiteX138" fmla="*/ 2000250 w 5086063"/>
              <a:gd name="connsiteY138" fmla="*/ 0 h 9525"/>
              <a:gd name="connsiteX139" fmla="*/ 2000250 w 5086063"/>
              <a:gd name="connsiteY139" fmla="*/ 9525 h 9525"/>
              <a:gd name="connsiteX140" fmla="*/ 1885950 w 5086063"/>
              <a:gd name="connsiteY140" fmla="*/ 9525 h 9525"/>
              <a:gd name="connsiteX141" fmla="*/ 1828800 w 5086063"/>
              <a:gd name="connsiteY141" fmla="*/ 9525 h 9525"/>
              <a:gd name="connsiteX142" fmla="*/ 1828800 w 5086063"/>
              <a:gd name="connsiteY142" fmla="*/ 0 h 9525"/>
              <a:gd name="connsiteX143" fmla="*/ 1885950 w 5086063"/>
              <a:gd name="connsiteY143" fmla="*/ 0 h 9525"/>
              <a:gd name="connsiteX144" fmla="*/ 1885950 w 5086063"/>
              <a:gd name="connsiteY144" fmla="*/ 9525 h 9525"/>
              <a:gd name="connsiteX145" fmla="*/ 1771650 w 5086063"/>
              <a:gd name="connsiteY145" fmla="*/ 9525 h 9525"/>
              <a:gd name="connsiteX146" fmla="*/ 1714500 w 5086063"/>
              <a:gd name="connsiteY146" fmla="*/ 9525 h 9525"/>
              <a:gd name="connsiteX147" fmla="*/ 1714500 w 5086063"/>
              <a:gd name="connsiteY147" fmla="*/ 0 h 9525"/>
              <a:gd name="connsiteX148" fmla="*/ 1771650 w 5086063"/>
              <a:gd name="connsiteY148" fmla="*/ 0 h 9525"/>
              <a:gd name="connsiteX149" fmla="*/ 1771650 w 5086063"/>
              <a:gd name="connsiteY149" fmla="*/ 9525 h 9525"/>
              <a:gd name="connsiteX150" fmla="*/ 1657350 w 5086063"/>
              <a:gd name="connsiteY150" fmla="*/ 9525 h 9525"/>
              <a:gd name="connsiteX151" fmla="*/ 1600200 w 5086063"/>
              <a:gd name="connsiteY151" fmla="*/ 9525 h 9525"/>
              <a:gd name="connsiteX152" fmla="*/ 1600200 w 5086063"/>
              <a:gd name="connsiteY152" fmla="*/ 0 h 9525"/>
              <a:gd name="connsiteX153" fmla="*/ 1657350 w 5086063"/>
              <a:gd name="connsiteY153" fmla="*/ 0 h 9525"/>
              <a:gd name="connsiteX154" fmla="*/ 1657350 w 5086063"/>
              <a:gd name="connsiteY154" fmla="*/ 9525 h 9525"/>
              <a:gd name="connsiteX155" fmla="*/ 1543050 w 5086063"/>
              <a:gd name="connsiteY155" fmla="*/ 9525 h 9525"/>
              <a:gd name="connsiteX156" fmla="*/ 1485900 w 5086063"/>
              <a:gd name="connsiteY156" fmla="*/ 9525 h 9525"/>
              <a:gd name="connsiteX157" fmla="*/ 1485900 w 5086063"/>
              <a:gd name="connsiteY157" fmla="*/ 0 h 9525"/>
              <a:gd name="connsiteX158" fmla="*/ 1543050 w 5086063"/>
              <a:gd name="connsiteY158" fmla="*/ 0 h 9525"/>
              <a:gd name="connsiteX159" fmla="*/ 1543050 w 5086063"/>
              <a:gd name="connsiteY159" fmla="*/ 9525 h 9525"/>
              <a:gd name="connsiteX160" fmla="*/ 1428750 w 5086063"/>
              <a:gd name="connsiteY160" fmla="*/ 9525 h 9525"/>
              <a:gd name="connsiteX161" fmla="*/ 1371600 w 5086063"/>
              <a:gd name="connsiteY161" fmla="*/ 9525 h 9525"/>
              <a:gd name="connsiteX162" fmla="*/ 1371600 w 5086063"/>
              <a:gd name="connsiteY162" fmla="*/ 0 h 9525"/>
              <a:gd name="connsiteX163" fmla="*/ 1428750 w 5086063"/>
              <a:gd name="connsiteY163" fmla="*/ 0 h 9525"/>
              <a:gd name="connsiteX164" fmla="*/ 1428750 w 5086063"/>
              <a:gd name="connsiteY164" fmla="*/ 9525 h 9525"/>
              <a:gd name="connsiteX165" fmla="*/ 1314450 w 5086063"/>
              <a:gd name="connsiteY165" fmla="*/ 9525 h 9525"/>
              <a:gd name="connsiteX166" fmla="*/ 1257300 w 5086063"/>
              <a:gd name="connsiteY166" fmla="*/ 9525 h 9525"/>
              <a:gd name="connsiteX167" fmla="*/ 1257300 w 5086063"/>
              <a:gd name="connsiteY167" fmla="*/ 0 h 9525"/>
              <a:gd name="connsiteX168" fmla="*/ 1314450 w 5086063"/>
              <a:gd name="connsiteY168" fmla="*/ 0 h 9525"/>
              <a:gd name="connsiteX169" fmla="*/ 1314450 w 5086063"/>
              <a:gd name="connsiteY169" fmla="*/ 9525 h 9525"/>
              <a:gd name="connsiteX170" fmla="*/ 1200150 w 5086063"/>
              <a:gd name="connsiteY170" fmla="*/ 9525 h 9525"/>
              <a:gd name="connsiteX171" fmla="*/ 1143000 w 5086063"/>
              <a:gd name="connsiteY171" fmla="*/ 9525 h 9525"/>
              <a:gd name="connsiteX172" fmla="*/ 1143000 w 5086063"/>
              <a:gd name="connsiteY172" fmla="*/ 0 h 9525"/>
              <a:gd name="connsiteX173" fmla="*/ 1200150 w 5086063"/>
              <a:gd name="connsiteY173" fmla="*/ 0 h 9525"/>
              <a:gd name="connsiteX174" fmla="*/ 1200150 w 5086063"/>
              <a:gd name="connsiteY174" fmla="*/ 9525 h 9525"/>
              <a:gd name="connsiteX175" fmla="*/ 1085850 w 5086063"/>
              <a:gd name="connsiteY175" fmla="*/ 9525 h 9525"/>
              <a:gd name="connsiteX176" fmla="*/ 1028700 w 5086063"/>
              <a:gd name="connsiteY176" fmla="*/ 9525 h 9525"/>
              <a:gd name="connsiteX177" fmla="*/ 1028700 w 5086063"/>
              <a:gd name="connsiteY177" fmla="*/ 0 h 9525"/>
              <a:gd name="connsiteX178" fmla="*/ 1085850 w 5086063"/>
              <a:gd name="connsiteY178" fmla="*/ 0 h 9525"/>
              <a:gd name="connsiteX179" fmla="*/ 1085850 w 5086063"/>
              <a:gd name="connsiteY179" fmla="*/ 9525 h 9525"/>
              <a:gd name="connsiteX180" fmla="*/ 971550 w 5086063"/>
              <a:gd name="connsiteY180" fmla="*/ 9525 h 9525"/>
              <a:gd name="connsiteX181" fmla="*/ 914400 w 5086063"/>
              <a:gd name="connsiteY181" fmla="*/ 9525 h 9525"/>
              <a:gd name="connsiteX182" fmla="*/ 914400 w 5086063"/>
              <a:gd name="connsiteY182" fmla="*/ 0 h 9525"/>
              <a:gd name="connsiteX183" fmla="*/ 971550 w 5086063"/>
              <a:gd name="connsiteY183" fmla="*/ 0 h 9525"/>
              <a:gd name="connsiteX184" fmla="*/ 971550 w 5086063"/>
              <a:gd name="connsiteY184" fmla="*/ 9525 h 9525"/>
              <a:gd name="connsiteX185" fmla="*/ 857250 w 5086063"/>
              <a:gd name="connsiteY185" fmla="*/ 9525 h 9525"/>
              <a:gd name="connsiteX186" fmla="*/ 800100 w 5086063"/>
              <a:gd name="connsiteY186" fmla="*/ 9525 h 9525"/>
              <a:gd name="connsiteX187" fmla="*/ 800100 w 5086063"/>
              <a:gd name="connsiteY187" fmla="*/ 0 h 9525"/>
              <a:gd name="connsiteX188" fmla="*/ 857250 w 5086063"/>
              <a:gd name="connsiteY188" fmla="*/ 0 h 9525"/>
              <a:gd name="connsiteX189" fmla="*/ 857250 w 5086063"/>
              <a:gd name="connsiteY189" fmla="*/ 9525 h 9525"/>
              <a:gd name="connsiteX190" fmla="*/ 742950 w 5086063"/>
              <a:gd name="connsiteY190" fmla="*/ 9525 h 9525"/>
              <a:gd name="connsiteX191" fmla="*/ 685800 w 5086063"/>
              <a:gd name="connsiteY191" fmla="*/ 9525 h 9525"/>
              <a:gd name="connsiteX192" fmla="*/ 685800 w 5086063"/>
              <a:gd name="connsiteY192" fmla="*/ 0 h 9525"/>
              <a:gd name="connsiteX193" fmla="*/ 742950 w 5086063"/>
              <a:gd name="connsiteY193" fmla="*/ 0 h 9525"/>
              <a:gd name="connsiteX194" fmla="*/ 742950 w 5086063"/>
              <a:gd name="connsiteY194" fmla="*/ 9525 h 9525"/>
              <a:gd name="connsiteX195" fmla="*/ 628650 w 5086063"/>
              <a:gd name="connsiteY195" fmla="*/ 9525 h 9525"/>
              <a:gd name="connsiteX196" fmla="*/ 571500 w 5086063"/>
              <a:gd name="connsiteY196" fmla="*/ 9525 h 9525"/>
              <a:gd name="connsiteX197" fmla="*/ 571500 w 5086063"/>
              <a:gd name="connsiteY197" fmla="*/ 0 h 9525"/>
              <a:gd name="connsiteX198" fmla="*/ 628650 w 5086063"/>
              <a:gd name="connsiteY198" fmla="*/ 0 h 9525"/>
              <a:gd name="connsiteX199" fmla="*/ 628650 w 5086063"/>
              <a:gd name="connsiteY199" fmla="*/ 9525 h 9525"/>
              <a:gd name="connsiteX200" fmla="*/ 514350 w 5086063"/>
              <a:gd name="connsiteY200" fmla="*/ 9525 h 9525"/>
              <a:gd name="connsiteX201" fmla="*/ 457200 w 5086063"/>
              <a:gd name="connsiteY201" fmla="*/ 9525 h 9525"/>
              <a:gd name="connsiteX202" fmla="*/ 457200 w 5086063"/>
              <a:gd name="connsiteY202" fmla="*/ 0 h 9525"/>
              <a:gd name="connsiteX203" fmla="*/ 514350 w 5086063"/>
              <a:gd name="connsiteY203" fmla="*/ 0 h 9525"/>
              <a:gd name="connsiteX204" fmla="*/ 514350 w 5086063"/>
              <a:gd name="connsiteY204" fmla="*/ 9525 h 9525"/>
              <a:gd name="connsiteX205" fmla="*/ 400050 w 5086063"/>
              <a:gd name="connsiteY205" fmla="*/ 9525 h 9525"/>
              <a:gd name="connsiteX206" fmla="*/ 342900 w 5086063"/>
              <a:gd name="connsiteY206" fmla="*/ 9525 h 9525"/>
              <a:gd name="connsiteX207" fmla="*/ 342900 w 5086063"/>
              <a:gd name="connsiteY207" fmla="*/ 0 h 9525"/>
              <a:gd name="connsiteX208" fmla="*/ 400050 w 5086063"/>
              <a:gd name="connsiteY208" fmla="*/ 0 h 9525"/>
              <a:gd name="connsiteX209" fmla="*/ 400050 w 5086063"/>
              <a:gd name="connsiteY209" fmla="*/ 9525 h 9525"/>
              <a:gd name="connsiteX210" fmla="*/ 285750 w 5086063"/>
              <a:gd name="connsiteY210" fmla="*/ 9525 h 9525"/>
              <a:gd name="connsiteX211" fmla="*/ 228600 w 5086063"/>
              <a:gd name="connsiteY211" fmla="*/ 9525 h 9525"/>
              <a:gd name="connsiteX212" fmla="*/ 228600 w 5086063"/>
              <a:gd name="connsiteY212" fmla="*/ 0 h 9525"/>
              <a:gd name="connsiteX213" fmla="*/ 285750 w 5086063"/>
              <a:gd name="connsiteY213" fmla="*/ 0 h 9525"/>
              <a:gd name="connsiteX214" fmla="*/ 285750 w 5086063"/>
              <a:gd name="connsiteY214" fmla="*/ 9525 h 9525"/>
              <a:gd name="connsiteX215" fmla="*/ 171450 w 5086063"/>
              <a:gd name="connsiteY215" fmla="*/ 9525 h 9525"/>
              <a:gd name="connsiteX216" fmla="*/ 114300 w 5086063"/>
              <a:gd name="connsiteY216" fmla="*/ 9525 h 9525"/>
              <a:gd name="connsiteX217" fmla="*/ 114300 w 5086063"/>
              <a:gd name="connsiteY217" fmla="*/ 0 h 9525"/>
              <a:gd name="connsiteX218" fmla="*/ 171450 w 5086063"/>
              <a:gd name="connsiteY218" fmla="*/ 0 h 9525"/>
              <a:gd name="connsiteX219" fmla="*/ 171450 w 5086063"/>
              <a:gd name="connsiteY219" fmla="*/ 9525 h 9525"/>
              <a:gd name="connsiteX220" fmla="*/ 57150 w 5086063"/>
              <a:gd name="connsiteY220" fmla="*/ 9525 h 9525"/>
              <a:gd name="connsiteX221" fmla="*/ 0 w 5086063"/>
              <a:gd name="connsiteY221" fmla="*/ 9525 h 9525"/>
              <a:gd name="connsiteX222" fmla="*/ 0 w 5086063"/>
              <a:gd name="connsiteY222" fmla="*/ 0 h 9525"/>
              <a:gd name="connsiteX223" fmla="*/ 57150 w 5086063"/>
              <a:gd name="connsiteY223" fmla="*/ 0 h 9525"/>
              <a:gd name="connsiteX224" fmla="*/ 57150 w 5086063"/>
              <a:gd name="connsiteY224" fmla="*/ 9525 h 9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</a:cxnLst>
            <a:rect l="l" t="t" r="r" b="b"/>
            <a:pathLst>
              <a:path w="5086063" h="9525">
                <a:moveTo>
                  <a:pt x="5086064" y="9525"/>
                </a:moveTo>
                <a:lnTo>
                  <a:pt x="5029200" y="9525"/>
                </a:lnTo>
                <a:lnTo>
                  <a:pt x="5029200" y="0"/>
                </a:lnTo>
                <a:lnTo>
                  <a:pt x="5086064" y="0"/>
                </a:lnTo>
                <a:lnTo>
                  <a:pt x="5086064" y="9525"/>
                </a:lnTo>
                <a:close/>
                <a:moveTo>
                  <a:pt x="4972050" y="9525"/>
                </a:moveTo>
                <a:lnTo>
                  <a:pt x="4914900" y="9525"/>
                </a:lnTo>
                <a:lnTo>
                  <a:pt x="4914900" y="0"/>
                </a:lnTo>
                <a:lnTo>
                  <a:pt x="4972050" y="0"/>
                </a:lnTo>
                <a:lnTo>
                  <a:pt x="4972050" y="9525"/>
                </a:lnTo>
                <a:close/>
                <a:moveTo>
                  <a:pt x="4857750" y="9525"/>
                </a:moveTo>
                <a:lnTo>
                  <a:pt x="4800600" y="9525"/>
                </a:lnTo>
                <a:lnTo>
                  <a:pt x="4800600" y="0"/>
                </a:lnTo>
                <a:lnTo>
                  <a:pt x="4857750" y="0"/>
                </a:lnTo>
                <a:lnTo>
                  <a:pt x="4857750" y="9525"/>
                </a:lnTo>
                <a:close/>
                <a:moveTo>
                  <a:pt x="4743450" y="9525"/>
                </a:moveTo>
                <a:lnTo>
                  <a:pt x="4686300" y="9525"/>
                </a:lnTo>
                <a:lnTo>
                  <a:pt x="4686300" y="0"/>
                </a:lnTo>
                <a:lnTo>
                  <a:pt x="4743450" y="0"/>
                </a:lnTo>
                <a:lnTo>
                  <a:pt x="4743450" y="9525"/>
                </a:lnTo>
                <a:close/>
                <a:moveTo>
                  <a:pt x="4629150" y="9525"/>
                </a:moveTo>
                <a:lnTo>
                  <a:pt x="4572000" y="9525"/>
                </a:lnTo>
                <a:lnTo>
                  <a:pt x="4572000" y="0"/>
                </a:lnTo>
                <a:lnTo>
                  <a:pt x="4629150" y="0"/>
                </a:lnTo>
                <a:lnTo>
                  <a:pt x="4629150" y="9525"/>
                </a:lnTo>
                <a:close/>
                <a:moveTo>
                  <a:pt x="4514850" y="9525"/>
                </a:moveTo>
                <a:lnTo>
                  <a:pt x="4457700" y="9525"/>
                </a:lnTo>
                <a:lnTo>
                  <a:pt x="4457700" y="0"/>
                </a:lnTo>
                <a:lnTo>
                  <a:pt x="4514850" y="0"/>
                </a:lnTo>
                <a:lnTo>
                  <a:pt x="4514850" y="9525"/>
                </a:lnTo>
                <a:close/>
                <a:moveTo>
                  <a:pt x="4400550" y="9525"/>
                </a:moveTo>
                <a:lnTo>
                  <a:pt x="4343400" y="9525"/>
                </a:lnTo>
                <a:lnTo>
                  <a:pt x="4343400" y="0"/>
                </a:lnTo>
                <a:lnTo>
                  <a:pt x="4400550" y="0"/>
                </a:lnTo>
                <a:lnTo>
                  <a:pt x="4400550" y="9525"/>
                </a:lnTo>
                <a:close/>
                <a:moveTo>
                  <a:pt x="4286250" y="9525"/>
                </a:moveTo>
                <a:lnTo>
                  <a:pt x="4229100" y="9525"/>
                </a:lnTo>
                <a:lnTo>
                  <a:pt x="4229100" y="0"/>
                </a:lnTo>
                <a:lnTo>
                  <a:pt x="4286250" y="0"/>
                </a:lnTo>
                <a:lnTo>
                  <a:pt x="4286250" y="9525"/>
                </a:lnTo>
                <a:close/>
                <a:moveTo>
                  <a:pt x="4171950" y="9525"/>
                </a:moveTo>
                <a:lnTo>
                  <a:pt x="4114800" y="9525"/>
                </a:lnTo>
                <a:lnTo>
                  <a:pt x="4114800" y="0"/>
                </a:lnTo>
                <a:lnTo>
                  <a:pt x="4171950" y="0"/>
                </a:lnTo>
                <a:lnTo>
                  <a:pt x="4171950" y="9525"/>
                </a:lnTo>
                <a:close/>
                <a:moveTo>
                  <a:pt x="4057650" y="9525"/>
                </a:moveTo>
                <a:lnTo>
                  <a:pt x="4000500" y="9525"/>
                </a:lnTo>
                <a:lnTo>
                  <a:pt x="4000500" y="0"/>
                </a:lnTo>
                <a:lnTo>
                  <a:pt x="4057650" y="0"/>
                </a:lnTo>
                <a:lnTo>
                  <a:pt x="4057650" y="9525"/>
                </a:lnTo>
                <a:close/>
                <a:moveTo>
                  <a:pt x="3943350" y="9525"/>
                </a:moveTo>
                <a:lnTo>
                  <a:pt x="3886200" y="9525"/>
                </a:lnTo>
                <a:lnTo>
                  <a:pt x="3886200" y="0"/>
                </a:lnTo>
                <a:lnTo>
                  <a:pt x="3943350" y="0"/>
                </a:lnTo>
                <a:lnTo>
                  <a:pt x="3943350" y="9525"/>
                </a:lnTo>
                <a:close/>
                <a:moveTo>
                  <a:pt x="3829050" y="9525"/>
                </a:moveTo>
                <a:lnTo>
                  <a:pt x="3771900" y="9525"/>
                </a:lnTo>
                <a:lnTo>
                  <a:pt x="3771900" y="0"/>
                </a:lnTo>
                <a:lnTo>
                  <a:pt x="3829050" y="0"/>
                </a:lnTo>
                <a:lnTo>
                  <a:pt x="3829050" y="9525"/>
                </a:lnTo>
                <a:close/>
                <a:moveTo>
                  <a:pt x="3714750" y="9525"/>
                </a:moveTo>
                <a:lnTo>
                  <a:pt x="3657600" y="9525"/>
                </a:lnTo>
                <a:lnTo>
                  <a:pt x="3657600" y="0"/>
                </a:lnTo>
                <a:lnTo>
                  <a:pt x="3714750" y="0"/>
                </a:lnTo>
                <a:lnTo>
                  <a:pt x="3714750" y="9525"/>
                </a:lnTo>
                <a:close/>
                <a:moveTo>
                  <a:pt x="3600450" y="9525"/>
                </a:moveTo>
                <a:lnTo>
                  <a:pt x="3543300" y="9525"/>
                </a:lnTo>
                <a:lnTo>
                  <a:pt x="3543300" y="0"/>
                </a:lnTo>
                <a:lnTo>
                  <a:pt x="3600450" y="0"/>
                </a:lnTo>
                <a:lnTo>
                  <a:pt x="3600450" y="9525"/>
                </a:lnTo>
                <a:close/>
                <a:moveTo>
                  <a:pt x="3486150" y="9525"/>
                </a:moveTo>
                <a:lnTo>
                  <a:pt x="3429000" y="9525"/>
                </a:lnTo>
                <a:lnTo>
                  <a:pt x="3429000" y="0"/>
                </a:lnTo>
                <a:lnTo>
                  <a:pt x="3486150" y="0"/>
                </a:lnTo>
                <a:lnTo>
                  <a:pt x="3486150" y="9525"/>
                </a:lnTo>
                <a:close/>
                <a:moveTo>
                  <a:pt x="3371850" y="9525"/>
                </a:moveTo>
                <a:lnTo>
                  <a:pt x="3314700" y="9525"/>
                </a:lnTo>
                <a:lnTo>
                  <a:pt x="3314700" y="0"/>
                </a:lnTo>
                <a:lnTo>
                  <a:pt x="3371850" y="0"/>
                </a:lnTo>
                <a:lnTo>
                  <a:pt x="3371850" y="9525"/>
                </a:lnTo>
                <a:close/>
                <a:moveTo>
                  <a:pt x="3257550" y="9525"/>
                </a:moveTo>
                <a:lnTo>
                  <a:pt x="3200400" y="9525"/>
                </a:lnTo>
                <a:lnTo>
                  <a:pt x="3200400" y="0"/>
                </a:lnTo>
                <a:lnTo>
                  <a:pt x="3257550" y="0"/>
                </a:lnTo>
                <a:lnTo>
                  <a:pt x="3257550" y="9525"/>
                </a:lnTo>
                <a:close/>
                <a:moveTo>
                  <a:pt x="3143250" y="9525"/>
                </a:moveTo>
                <a:lnTo>
                  <a:pt x="3086100" y="9525"/>
                </a:lnTo>
                <a:lnTo>
                  <a:pt x="3086100" y="0"/>
                </a:lnTo>
                <a:lnTo>
                  <a:pt x="3143250" y="0"/>
                </a:lnTo>
                <a:lnTo>
                  <a:pt x="3143250" y="9525"/>
                </a:lnTo>
                <a:close/>
                <a:moveTo>
                  <a:pt x="3028950" y="9525"/>
                </a:moveTo>
                <a:lnTo>
                  <a:pt x="2971800" y="9525"/>
                </a:lnTo>
                <a:lnTo>
                  <a:pt x="2971800" y="0"/>
                </a:lnTo>
                <a:lnTo>
                  <a:pt x="3028950" y="0"/>
                </a:lnTo>
                <a:lnTo>
                  <a:pt x="3028950" y="9525"/>
                </a:lnTo>
                <a:close/>
                <a:moveTo>
                  <a:pt x="2914650" y="9525"/>
                </a:moveTo>
                <a:lnTo>
                  <a:pt x="2857500" y="9525"/>
                </a:lnTo>
                <a:lnTo>
                  <a:pt x="2857500" y="0"/>
                </a:lnTo>
                <a:lnTo>
                  <a:pt x="2914650" y="0"/>
                </a:lnTo>
                <a:lnTo>
                  <a:pt x="2914650" y="9525"/>
                </a:lnTo>
                <a:close/>
                <a:moveTo>
                  <a:pt x="2800350" y="9525"/>
                </a:moveTo>
                <a:lnTo>
                  <a:pt x="2743200" y="9525"/>
                </a:lnTo>
                <a:lnTo>
                  <a:pt x="2743200" y="0"/>
                </a:lnTo>
                <a:lnTo>
                  <a:pt x="2800350" y="0"/>
                </a:lnTo>
                <a:lnTo>
                  <a:pt x="2800350" y="9525"/>
                </a:lnTo>
                <a:close/>
                <a:moveTo>
                  <a:pt x="2686050" y="9525"/>
                </a:moveTo>
                <a:lnTo>
                  <a:pt x="2628900" y="9525"/>
                </a:lnTo>
                <a:lnTo>
                  <a:pt x="2628900" y="0"/>
                </a:lnTo>
                <a:lnTo>
                  <a:pt x="2686050" y="0"/>
                </a:lnTo>
                <a:lnTo>
                  <a:pt x="2686050" y="9525"/>
                </a:lnTo>
                <a:close/>
                <a:moveTo>
                  <a:pt x="2571750" y="9525"/>
                </a:moveTo>
                <a:lnTo>
                  <a:pt x="2514600" y="9525"/>
                </a:lnTo>
                <a:lnTo>
                  <a:pt x="2514600" y="0"/>
                </a:lnTo>
                <a:lnTo>
                  <a:pt x="2571750" y="0"/>
                </a:lnTo>
                <a:lnTo>
                  <a:pt x="2571750" y="9525"/>
                </a:lnTo>
                <a:close/>
                <a:moveTo>
                  <a:pt x="2457450" y="9525"/>
                </a:moveTo>
                <a:lnTo>
                  <a:pt x="2400300" y="9525"/>
                </a:lnTo>
                <a:lnTo>
                  <a:pt x="2400300" y="0"/>
                </a:lnTo>
                <a:lnTo>
                  <a:pt x="2457450" y="0"/>
                </a:lnTo>
                <a:lnTo>
                  <a:pt x="2457450" y="9525"/>
                </a:lnTo>
                <a:close/>
                <a:moveTo>
                  <a:pt x="2343150" y="9525"/>
                </a:moveTo>
                <a:lnTo>
                  <a:pt x="2286000" y="9525"/>
                </a:lnTo>
                <a:lnTo>
                  <a:pt x="2286000" y="0"/>
                </a:lnTo>
                <a:lnTo>
                  <a:pt x="2343150" y="0"/>
                </a:lnTo>
                <a:lnTo>
                  <a:pt x="2343150" y="9525"/>
                </a:lnTo>
                <a:close/>
                <a:moveTo>
                  <a:pt x="2228850" y="9525"/>
                </a:moveTo>
                <a:lnTo>
                  <a:pt x="2171700" y="9525"/>
                </a:lnTo>
                <a:lnTo>
                  <a:pt x="2171700" y="0"/>
                </a:lnTo>
                <a:lnTo>
                  <a:pt x="2228850" y="0"/>
                </a:lnTo>
                <a:lnTo>
                  <a:pt x="2228850" y="9525"/>
                </a:lnTo>
                <a:close/>
                <a:moveTo>
                  <a:pt x="2114550" y="9525"/>
                </a:moveTo>
                <a:lnTo>
                  <a:pt x="2057400" y="9525"/>
                </a:lnTo>
                <a:lnTo>
                  <a:pt x="2057400" y="0"/>
                </a:lnTo>
                <a:lnTo>
                  <a:pt x="2114550" y="0"/>
                </a:lnTo>
                <a:lnTo>
                  <a:pt x="2114550" y="9525"/>
                </a:lnTo>
                <a:close/>
                <a:moveTo>
                  <a:pt x="2000250" y="9525"/>
                </a:moveTo>
                <a:lnTo>
                  <a:pt x="1943100" y="9525"/>
                </a:lnTo>
                <a:lnTo>
                  <a:pt x="1943100" y="0"/>
                </a:lnTo>
                <a:lnTo>
                  <a:pt x="2000250" y="0"/>
                </a:lnTo>
                <a:lnTo>
                  <a:pt x="2000250" y="9525"/>
                </a:lnTo>
                <a:close/>
                <a:moveTo>
                  <a:pt x="1885950" y="9525"/>
                </a:moveTo>
                <a:lnTo>
                  <a:pt x="1828800" y="9525"/>
                </a:lnTo>
                <a:lnTo>
                  <a:pt x="1828800" y="0"/>
                </a:lnTo>
                <a:lnTo>
                  <a:pt x="1885950" y="0"/>
                </a:lnTo>
                <a:lnTo>
                  <a:pt x="1885950" y="9525"/>
                </a:lnTo>
                <a:close/>
                <a:moveTo>
                  <a:pt x="1771650" y="9525"/>
                </a:moveTo>
                <a:lnTo>
                  <a:pt x="1714500" y="9525"/>
                </a:lnTo>
                <a:lnTo>
                  <a:pt x="1714500" y="0"/>
                </a:lnTo>
                <a:lnTo>
                  <a:pt x="1771650" y="0"/>
                </a:lnTo>
                <a:lnTo>
                  <a:pt x="1771650" y="9525"/>
                </a:lnTo>
                <a:close/>
                <a:moveTo>
                  <a:pt x="1657350" y="9525"/>
                </a:moveTo>
                <a:lnTo>
                  <a:pt x="1600200" y="9525"/>
                </a:lnTo>
                <a:lnTo>
                  <a:pt x="1600200" y="0"/>
                </a:lnTo>
                <a:lnTo>
                  <a:pt x="1657350" y="0"/>
                </a:lnTo>
                <a:lnTo>
                  <a:pt x="1657350" y="9525"/>
                </a:lnTo>
                <a:close/>
                <a:moveTo>
                  <a:pt x="1543050" y="9525"/>
                </a:moveTo>
                <a:lnTo>
                  <a:pt x="1485900" y="9525"/>
                </a:lnTo>
                <a:lnTo>
                  <a:pt x="1485900" y="0"/>
                </a:lnTo>
                <a:lnTo>
                  <a:pt x="1543050" y="0"/>
                </a:lnTo>
                <a:lnTo>
                  <a:pt x="1543050" y="9525"/>
                </a:lnTo>
                <a:close/>
                <a:moveTo>
                  <a:pt x="1428750" y="9525"/>
                </a:moveTo>
                <a:lnTo>
                  <a:pt x="1371600" y="9525"/>
                </a:lnTo>
                <a:lnTo>
                  <a:pt x="1371600" y="0"/>
                </a:lnTo>
                <a:lnTo>
                  <a:pt x="1428750" y="0"/>
                </a:lnTo>
                <a:lnTo>
                  <a:pt x="1428750" y="9525"/>
                </a:lnTo>
                <a:close/>
                <a:moveTo>
                  <a:pt x="1314450" y="9525"/>
                </a:moveTo>
                <a:lnTo>
                  <a:pt x="1257300" y="9525"/>
                </a:lnTo>
                <a:lnTo>
                  <a:pt x="1257300" y="0"/>
                </a:lnTo>
                <a:lnTo>
                  <a:pt x="1314450" y="0"/>
                </a:lnTo>
                <a:lnTo>
                  <a:pt x="1314450" y="9525"/>
                </a:lnTo>
                <a:close/>
                <a:moveTo>
                  <a:pt x="1200150" y="9525"/>
                </a:moveTo>
                <a:lnTo>
                  <a:pt x="1143000" y="9525"/>
                </a:lnTo>
                <a:lnTo>
                  <a:pt x="1143000" y="0"/>
                </a:lnTo>
                <a:lnTo>
                  <a:pt x="1200150" y="0"/>
                </a:lnTo>
                <a:lnTo>
                  <a:pt x="1200150" y="9525"/>
                </a:lnTo>
                <a:close/>
                <a:moveTo>
                  <a:pt x="1085850" y="9525"/>
                </a:moveTo>
                <a:lnTo>
                  <a:pt x="1028700" y="9525"/>
                </a:lnTo>
                <a:lnTo>
                  <a:pt x="1028700" y="0"/>
                </a:lnTo>
                <a:lnTo>
                  <a:pt x="1085850" y="0"/>
                </a:lnTo>
                <a:lnTo>
                  <a:pt x="1085850" y="9525"/>
                </a:lnTo>
                <a:close/>
                <a:moveTo>
                  <a:pt x="971550" y="9525"/>
                </a:moveTo>
                <a:lnTo>
                  <a:pt x="914400" y="9525"/>
                </a:lnTo>
                <a:lnTo>
                  <a:pt x="914400" y="0"/>
                </a:lnTo>
                <a:lnTo>
                  <a:pt x="971550" y="0"/>
                </a:lnTo>
                <a:lnTo>
                  <a:pt x="971550" y="9525"/>
                </a:lnTo>
                <a:close/>
                <a:moveTo>
                  <a:pt x="857250" y="9525"/>
                </a:moveTo>
                <a:lnTo>
                  <a:pt x="800100" y="9525"/>
                </a:lnTo>
                <a:lnTo>
                  <a:pt x="800100" y="0"/>
                </a:lnTo>
                <a:lnTo>
                  <a:pt x="857250" y="0"/>
                </a:lnTo>
                <a:lnTo>
                  <a:pt x="857250" y="9525"/>
                </a:lnTo>
                <a:close/>
                <a:moveTo>
                  <a:pt x="742950" y="9525"/>
                </a:moveTo>
                <a:lnTo>
                  <a:pt x="685800" y="9525"/>
                </a:lnTo>
                <a:lnTo>
                  <a:pt x="685800" y="0"/>
                </a:lnTo>
                <a:lnTo>
                  <a:pt x="742950" y="0"/>
                </a:lnTo>
                <a:lnTo>
                  <a:pt x="742950" y="9525"/>
                </a:lnTo>
                <a:close/>
                <a:moveTo>
                  <a:pt x="628650" y="9525"/>
                </a:moveTo>
                <a:lnTo>
                  <a:pt x="571500" y="9525"/>
                </a:lnTo>
                <a:lnTo>
                  <a:pt x="571500" y="0"/>
                </a:lnTo>
                <a:lnTo>
                  <a:pt x="628650" y="0"/>
                </a:lnTo>
                <a:lnTo>
                  <a:pt x="628650" y="9525"/>
                </a:lnTo>
                <a:close/>
                <a:moveTo>
                  <a:pt x="514350" y="9525"/>
                </a:moveTo>
                <a:lnTo>
                  <a:pt x="457200" y="9525"/>
                </a:lnTo>
                <a:lnTo>
                  <a:pt x="457200" y="0"/>
                </a:lnTo>
                <a:lnTo>
                  <a:pt x="514350" y="0"/>
                </a:lnTo>
                <a:lnTo>
                  <a:pt x="514350" y="9525"/>
                </a:lnTo>
                <a:close/>
                <a:moveTo>
                  <a:pt x="400050" y="9525"/>
                </a:moveTo>
                <a:lnTo>
                  <a:pt x="342900" y="9525"/>
                </a:lnTo>
                <a:lnTo>
                  <a:pt x="342900" y="0"/>
                </a:lnTo>
                <a:lnTo>
                  <a:pt x="400050" y="0"/>
                </a:lnTo>
                <a:lnTo>
                  <a:pt x="400050" y="9525"/>
                </a:lnTo>
                <a:close/>
                <a:moveTo>
                  <a:pt x="285750" y="9525"/>
                </a:moveTo>
                <a:lnTo>
                  <a:pt x="228600" y="9525"/>
                </a:lnTo>
                <a:lnTo>
                  <a:pt x="228600" y="0"/>
                </a:lnTo>
                <a:lnTo>
                  <a:pt x="285750" y="0"/>
                </a:lnTo>
                <a:lnTo>
                  <a:pt x="285750" y="9525"/>
                </a:lnTo>
                <a:close/>
                <a:moveTo>
                  <a:pt x="171450" y="9525"/>
                </a:moveTo>
                <a:lnTo>
                  <a:pt x="114300" y="9525"/>
                </a:lnTo>
                <a:lnTo>
                  <a:pt x="114300" y="0"/>
                </a:lnTo>
                <a:lnTo>
                  <a:pt x="171450" y="0"/>
                </a:lnTo>
                <a:lnTo>
                  <a:pt x="171450" y="9525"/>
                </a:lnTo>
                <a:close/>
                <a:moveTo>
                  <a:pt x="57150" y="9525"/>
                </a:moveTo>
                <a:lnTo>
                  <a:pt x="0" y="9525"/>
                </a:lnTo>
                <a:lnTo>
                  <a:pt x="0" y="0"/>
                </a:lnTo>
                <a:lnTo>
                  <a:pt x="57150" y="0"/>
                </a:lnTo>
                <a:lnTo>
                  <a:pt x="57150" y="9525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289C22-0D50-4FD9-B0AD-419196F80DC6}"/>
              </a:ext>
            </a:extLst>
          </p:cNvPr>
          <p:cNvSpPr txBox="1"/>
          <p:nvPr/>
        </p:nvSpPr>
        <p:spPr>
          <a:xfrm>
            <a:off x="8511869" y="5941038"/>
            <a:ext cx="397866" cy="288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75" dirty="0">
                <a:solidFill>
                  <a:schemeClr val="bg2">
                    <a:lumMod val="25000"/>
                  </a:schemeClr>
                </a:solidFill>
                <a:latin typeface="Montserrat"/>
                <a:sym typeface="Poppins"/>
                <a:rtl val="0"/>
              </a:rPr>
              <a:t>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3DE1DA-4C4E-4A78-9D74-D950FCBB7C0A}"/>
              </a:ext>
            </a:extLst>
          </p:cNvPr>
          <p:cNvSpPr txBox="1"/>
          <p:nvPr/>
        </p:nvSpPr>
        <p:spPr>
          <a:xfrm>
            <a:off x="3661803" y="5760063"/>
            <a:ext cx="26917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SY" sz="32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lin ang="10800000" scaled="1"/>
                </a:gradFill>
                <a:sym typeface="Poppins"/>
                <a:rtl val="0"/>
              </a:rPr>
              <a:t>النتائج والاختبارات</a:t>
            </a:r>
            <a:endParaRPr lang="en-US" sz="3200" b="1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lin ang="10800000" scaled="1"/>
              </a:gradFill>
              <a:latin typeface="Montserrat"/>
              <a:sym typeface="Poppins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453563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85E7FE-1976-B40F-E554-AECF330C7D30}"/>
              </a:ext>
            </a:extLst>
          </p:cNvPr>
          <p:cNvSpPr txBox="1"/>
          <p:nvPr/>
        </p:nvSpPr>
        <p:spPr>
          <a:xfrm>
            <a:off x="2541575" y="5318260"/>
            <a:ext cx="295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baseline="0" dirty="0">
                <a:gradFill flip="none" rotWithShape="1"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Montserrat ExtraBold" panose="00000900000000000000" pitchFamily="2" charset="0"/>
                <a:sym typeface="Montserrat"/>
                <a:rtl val="0"/>
              </a:rPr>
              <a:t>منظور</a:t>
            </a:r>
            <a:r>
              <a:rPr lang="ar-SY" dirty="0">
                <a:gradFill flip="none" rotWithShape="1"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Montserrat ExtraBold" panose="00000900000000000000" pitchFamily="2" charset="0"/>
                <a:sym typeface="Montserrat"/>
                <a:rtl val="0"/>
              </a:rPr>
              <a:t> هندسة البرمجيات</a:t>
            </a:r>
            <a:endParaRPr lang="en-US" baseline="0" dirty="0">
              <a:gradFill flip="none" rotWithShape="1"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Montserrat ExtraBold" panose="00000900000000000000" pitchFamily="2" charset="0"/>
              <a:sym typeface="Montserrat"/>
              <a:rtl val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4D05C-73E5-9407-A8CD-B5082111C975}"/>
              </a:ext>
            </a:extLst>
          </p:cNvPr>
          <p:cNvSpPr txBox="1"/>
          <p:nvPr/>
        </p:nvSpPr>
        <p:spPr>
          <a:xfrm>
            <a:off x="2541576" y="5699022"/>
            <a:ext cx="2953065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ts val="2000"/>
              </a:lnSpc>
            </a:pPr>
            <a:r>
              <a:rPr lang="ar-SY" dirty="0">
                <a:solidFill>
                  <a:schemeClr val="bg2">
                    <a:lumMod val="25000"/>
                  </a:schemeClr>
                </a:solidFill>
                <a:latin typeface="Traditional Arabic" panose="02020603050405020304" pitchFamily="18" charset="-78"/>
                <a:sym typeface="Poppins"/>
                <a:rtl val="0"/>
              </a:rPr>
              <a:t>بناء تطبيق برمجي يستفيد من نماذج الذكاء الصنعي التي توصلنا إليها في السياق الأول للوصول إلى تطبيق مفيد عملياً</a:t>
            </a:r>
            <a:endParaRPr lang="en-US" dirty="0">
              <a:solidFill>
                <a:schemeClr val="bg2">
                  <a:lumMod val="25000"/>
                </a:schemeClr>
              </a:solidFill>
              <a:latin typeface="Traditional Arabic" panose="02020603050405020304" pitchFamily="18" charset="-78"/>
              <a:sym typeface="Poppins"/>
              <a:rtl val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04860-34B8-CFF6-4F1B-9BD18711A7A2}"/>
              </a:ext>
            </a:extLst>
          </p:cNvPr>
          <p:cNvSpPr txBox="1"/>
          <p:nvPr/>
        </p:nvSpPr>
        <p:spPr>
          <a:xfrm>
            <a:off x="7737286" y="5318260"/>
            <a:ext cx="295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Y" baseline="0" dirty="0">
                <a:gradFill flip="none" rotWithShape="1"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Montserrat ExtraBold" panose="00000900000000000000" pitchFamily="2" charset="0"/>
                <a:sym typeface="Montserrat"/>
                <a:rtl val="0"/>
              </a:rPr>
              <a:t>منظور</a:t>
            </a:r>
            <a:r>
              <a:rPr lang="ar-SY" dirty="0">
                <a:gradFill flip="none" rotWithShape="1"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Montserrat ExtraBold" panose="00000900000000000000" pitchFamily="2" charset="0"/>
                <a:sym typeface="Montserrat"/>
                <a:rtl val="0"/>
              </a:rPr>
              <a:t> الذكاء الصنعي</a:t>
            </a:r>
            <a:endParaRPr lang="en-US" baseline="0" dirty="0">
              <a:gradFill flip="none" rotWithShape="1"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path path="circle">
                  <a:fillToRect l="100000" t="100000"/>
                </a:path>
                <a:tileRect r="-100000" b="-100000"/>
              </a:gradFill>
              <a:latin typeface="Montserrat ExtraBold" panose="00000900000000000000" pitchFamily="2" charset="0"/>
              <a:sym typeface="Montserrat"/>
              <a:rtl val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B7D5D6-E563-E224-C1E9-928A5505E76D}"/>
              </a:ext>
            </a:extLst>
          </p:cNvPr>
          <p:cNvSpPr txBox="1"/>
          <p:nvPr/>
        </p:nvSpPr>
        <p:spPr>
          <a:xfrm>
            <a:off x="7737287" y="5699022"/>
            <a:ext cx="2953065" cy="866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ts val="2000"/>
              </a:lnSpc>
            </a:pPr>
            <a:r>
              <a:rPr lang="ar-SY" dirty="0">
                <a:solidFill>
                  <a:schemeClr val="bg2">
                    <a:lumMod val="25000"/>
                  </a:schemeClr>
                </a:solidFill>
                <a:latin typeface="Traditional Arabic" panose="02020603050405020304" pitchFamily="18" charset="-78"/>
                <a:sym typeface="Poppins"/>
                <a:rtl val="0"/>
              </a:rPr>
              <a:t>الاستفادة من آخر التطورات في مجال تعلم الآلة والتعلم العميق للوصول إلى نماذج ذكاء صنعي</a:t>
            </a:r>
            <a:endParaRPr lang="en-US" dirty="0">
              <a:solidFill>
                <a:schemeClr val="bg2">
                  <a:lumMod val="25000"/>
                </a:schemeClr>
              </a:solidFill>
              <a:latin typeface="Traditional Arabic" panose="02020603050405020304" pitchFamily="18" charset="-78"/>
              <a:sym typeface="Poppins"/>
              <a:rtl val="0"/>
            </a:endParaRPr>
          </a:p>
        </p:txBody>
      </p:sp>
      <p:pic>
        <p:nvPicPr>
          <p:cNvPr id="8" name="Picture Placeholder 4">
            <a:extLst>
              <a:ext uri="{FF2B5EF4-FFF2-40B4-BE49-F238E27FC236}">
                <a16:creationId xmlns:a16="http://schemas.microsoft.com/office/drawing/2014/main" id="{56A31A35-1BCB-579F-6C79-9A492DFFC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8" b="2858"/>
          <a:stretch>
            <a:fillRect/>
          </a:stretch>
        </p:blipFill>
        <p:spPr>
          <a:xfrm>
            <a:off x="7737286" y="1355074"/>
            <a:ext cx="2712911" cy="3754660"/>
          </a:xfrm>
          <a:prstGeom prst="rect">
            <a:avLst/>
          </a:prstGeom>
        </p:spPr>
      </p:pic>
      <p:pic>
        <p:nvPicPr>
          <p:cNvPr id="9" name="Picture Placeholder 2">
            <a:extLst>
              <a:ext uri="{FF2B5EF4-FFF2-40B4-BE49-F238E27FC236}">
                <a16:creationId xmlns:a16="http://schemas.microsoft.com/office/drawing/2014/main" id="{5BC92802-D995-8DEC-FAC0-313653695B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4" r="9854"/>
          <a:stretch>
            <a:fillRect/>
          </a:stretch>
        </p:blipFill>
        <p:spPr>
          <a:xfrm>
            <a:off x="2541575" y="1355074"/>
            <a:ext cx="2712911" cy="375466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5090803-5DCE-8298-D1BF-8198C7F9AEB6}"/>
              </a:ext>
            </a:extLst>
          </p:cNvPr>
          <p:cNvSpPr/>
          <p:nvPr/>
        </p:nvSpPr>
        <p:spPr>
          <a:xfrm>
            <a:off x="0" y="0"/>
            <a:ext cx="6438900" cy="627126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B7D5291-7E57-A506-EE7C-AAEDD5EC3067}"/>
              </a:ext>
            </a:extLst>
          </p:cNvPr>
          <p:cNvSpPr/>
          <p:nvPr/>
        </p:nvSpPr>
        <p:spPr>
          <a:xfrm>
            <a:off x="7062597" y="0"/>
            <a:ext cx="5129403" cy="1255059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041CA8-2E08-4014-CAE5-142E927AD74C}"/>
              </a:ext>
            </a:extLst>
          </p:cNvPr>
          <p:cNvSpPr txBox="1"/>
          <p:nvPr/>
        </p:nvSpPr>
        <p:spPr>
          <a:xfrm>
            <a:off x="7333933" y="303960"/>
            <a:ext cx="4617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600" b="1" dirty="0">
                <a:solidFill>
                  <a:srgbClr val="FFFFFF"/>
                </a:solidFill>
                <a:latin typeface="Montserrat ExtraBold" panose="00000900000000000000" pitchFamily="2" charset="0"/>
                <a:sym typeface="Montserrat"/>
                <a:rtl val="0"/>
              </a:rPr>
              <a:t>الهدف من المشروع</a:t>
            </a:r>
            <a:endParaRPr lang="en-US" sz="3600" b="1" spc="0" baseline="0" dirty="0">
              <a:solidFill>
                <a:srgbClr val="FFFFFF"/>
              </a:solidFill>
              <a:latin typeface="Montserrat ExtraBold" panose="00000900000000000000" pitchFamily="2" charset="0"/>
              <a:sym typeface="Montserrat"/>
              <a:rtl val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C9D096E-6D3F-1454-1C6E-B4CD5B52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2328" y="6371477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z="2000" smtClean="0"/>
              <a:t>3</a:t>
            </a:fld>
            <a:r>
              <a:rPr lang="en-US" sz="2000" dirty="0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32140763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16CCE742-14D9-5018-F1DD-B333BA30AFBB}"/>
              </a:ext>
            </a:extLst>
          </p:cNvPr>
          <p:cNvSpPr txBox="1"/>
          <p:nvPr/>
        </p:nvSpPr>
        <p:spPr>
          <a:xfrm>
            <a:off x="6147051" y="4071345"/>
            <a:ext cx="57342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1"/>
            <a:r>
              <a:rPr lang="ar-SY" sz="2000" b="1" kern="100" dirty="0">
                <a:latin typeface="Traditional Arabic" panose="02020603050405020304" pitchFamily="18" charset="-78"/>
                <a:ea typeface="Calibri" panose="020F0502020204030204" pitchFamily="34" charset="0"/>
              </a:rPr>
              <a:t>المتطلبات غير الوظيفية:</a:t>
            </a:r>
            <a:endParaRPr lang="ar-SY" sz="2000" b="1" kern="100" dirty="0">
              <a:effectLst/>
              <a:latin typeface="Traditional Arabic" panose="02020603050405020304" pitchFamily="18" charset="-78"/>
              <a:ea typeface="Calibri" panose="020F0502020204030204" pitchFamily="34" charset="0"/>
            </a:endParaRPr>
          </a:p>
          <a:p>
            <a:pPr marL="342900" marR="0" lvl="0" indent="-342900" algn="just" rtl="1">
              <a:buFont typeface="+mj-lt"/>
              <a:buAutoNum type="arabicPeriod"/>
            </a:pPr>
            <a:r>
              <a:rPr lang="ar-SY" sz="2000" kern="100" dirty="0">
                <a:effectLst/>
                <a:latin typeface="Traditional Arabic" panose="02020603050405020304" pitchFamily="18" charset="-78"/>
                <a:ea typeface="Calibri" panose="020F0502020204030204" pitchFamily="34" charset="0"/>
              </a:rPr>
              <a:t>يجب أن يكون النظام آمناً، حيث يسمح فقط للمستخدمين المسجّلين باستخدامه.</a:t>
            </a:r>
            <a:endParaRPr lang="en-US" sz="2000" kern="100" dirty="0">
              <a:effectLst/>
              <a:latin typeface="Traditional Arabic" panose="02020603050405020304" pitchFamily="18" charset="-78"/>
              <a:ea typeface="Calibri" panose="020F0502020204030204" pitchFamily="34" charset="0"/>
            </a:endParaRPr>
          </a:p>
          <a:p>
            <a:pPr marL="342900" marR="0" lvl="0" indent="-342900" algn="just" rtl="1">
              <a:buFont typeface="+mj-lt"/>
              <a:buAutoNum type="arabicPeriod"/>
            </a:pPr>
            <a:r>
              <a:rPr lang="ar-SY" sz="2000" kern="100" dirty="0">
                <a:effectLst/>
                <a:latin typeface="Traditional Arabic" panose="02020603050405020304" pitchFamily="18" charset="-78"/>
                <a:ea typeface="Calibri" panose="020F0502020204030204" pitchFamily="34" charset="0"/>
              </a:rPr>
              <a:t>يجب أن يكون النظام قابلاً للتوسع.</a:t>
            </a:r>
            <a:endParaRPr lang="en-US" sz="2000" kern="100" dirty="0">
              <a:effectLst/>
              <a:latin typeface="Traditional Arabic" panose="02020603050405020304" pitchFamily="18" charset="-78"/>
              <a:ea typeface="Calibri" panose="020F0502020204030204" pitchFamily="34" charset="0"/>
            </a:endParaRPr>
          </a:p>
          <a:p>
            <a:pPr marL="342900" marR="0" lvl="0" indent="-342900" algn="just" rtl="1">
              <a:spcAft>
                <a:spcPts val="800"/>
              </a:spcAft>
              <a:buFont typeface="+mj-lt"/>
              <a:buAutoNum type="arabicPeriod"/>
            </a:pPr>
            <a:r>
              <a:rPr lang="ar-SY" sz="2000" kern="100" dirty="0">
                <a:effectLst/>
                <a:latin typeface="Traditional Arabic" panose="02020603050405020304" pitchFamily="18" charset="-78"/>
                <a:ea typeface="Calibri" panose="020F0502020204030204" pitchFamily="34" charset="0"/>
              </a:rPr>
              <a:t>يجب أن يكون النظام قادراً على التعامل مع حجم بيانات كبير نسبيا مليون عملية شراء للعملاء.</a:t>
            </a:r>
            <a:endParaRPr lang="en-US" sz="2000" kern="100" dirty="0">
              <a:effectLst/>
              <a:latin typeface="Traditional Arabic" panose="02020603050405020304" pitchFamily="18" charset="-78"/>
              <a:ea typeface="Calibri" panose="020F0502020204030204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98B7821-12F1-4D96-CAC8-ADF5282E52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7" y="150902"/>
            <a:ext cx="5524230" cy="65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9811565-17AC-FE22-D063-C5D500EC6DF1}"/>
              </a:ext>
            </a:extLst>
          </p:cNvPr>
          <p:cNvSpPr/>
          <p:nvPr/>
        </p:nvSpPr>
        <p:spPr>
          <a:xfrm>
            <a:off x="6667771" y="0"/>
            <a:ext cx="5524229" cy="1255059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20684B-CD43-47F3-DDF6-954AF7DCE285}"/>
              </a:ext>
            </a:extLst>
          </p:cNvPr>
          <p:cNvSpPr txBox="1"/>
          <p:nvPr/>
        </p:nvSpPr>
        <p:spPr>
          <a:xfrm>
            <a:off x="5868811" y="351148"/>
            <a:ext cx="6290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حالات الاستخدام والمتطلبات</a:t>
            </a:r>
            <a:endParaRPr lang="ar-SY" sz="3600" b="1" spc="0" baseline="0" dirty="0">
              <a:solidFill>
                <a:schemeClr val="bg1"/>
              </a:solidFill>
              <a:latin typeface="Montserrat ExtraBold" panose="00000900000000000000" pitchFamily="2" charset="0"/>
              <a:sym typeface="Montserrat"/>
              <a:rtl val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37B50C-A2CF-CB0A-1997-DA199E566FA3}"/>
              </a:ext>
            </a:extLst>
          </p:cNvPr>
          <p:cNvSpPr txBox="1"/>
          <p:nvPr/>
        </p:nvSpPr>
        <p:spPr>
          <a:xfrm>
            <a:off x="6147051" y="1493651"/>
            <a:ext cx="573420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rtl="1"/>
            <a:r>
              <a:rPr lang="ar-SY" sz="2000" b="1" kern="100" dirty="0">
                <a:latin typeface="Traditional Arabic" panose="02020603050405020304" pitchFamily="18" charset="-78"/>
                <a:ea typeface="Calibri" panose="020F0502020204030204" pitchFamily="34" charset="0"/>
              </a:rPr>
              <a:t>المتطلبات</a:t>
            </a:r>
            <a:r>
              <a:rPr lang="en-US" sz="2000" b="1" kern="100" dirty="0">
                <a:latin typeface="Traditional Arabic" panose="02020603050405020304" pitchFamily="18" charset="-78"/>
                <a:ea typeface="Calibri" panose="020F0502020204030204" pitchFamily="34" charset="0"/>
              </a:rPr>
              <a:t> </a:t>
            </a:r>
            <a:r>
              <a:rPr lang="ar-SY" sz="2000" b="1" kern="100" dirty="0">
                <a:latin typeface="Traditional Arabic" panose="02020603050405020304" pitchFamily="18" charset="-78"/>
                <a:ea typeface="Calibri" panose="020F0502020204030204" pitchFamily="34" charset="0"/>
              </a:rPr>
              <a:t>الوظيفية:</a:t>
            </a:r>
            <a:endParaRPr lang="ar-SY" sz="2000" b="1" kern="100" dirty="0">
              <a:effectLst/>
              <a:latin typeface="Traditional Arabic" panose="02020603050405020304" pitchFamily="18" charset="-78"/>
              <a:ea typeface="Calibri" panose="020F0502020204030204" pitchFamily="34" charset="0"/>
            </a:endParaRPr>
          </a:p>
          <a:p>
            <a:pPr marL="342900" lvl="0" indent="-342900" algn="r" rtl="1">
              <a:buFont typeface="+mj-lt"/>
              <a:buAutoNum type="arabicPeriod"/>
            </a:pPr>
            <a:r>
              <a:rPr lang="ar-SY" dirty="0"/>
              <a:t>السماح للمستخدم برفع بيانات عملاء موقع التجارة الإلكترونية الخاصة به بطرق متعددة.</a:t>
            </a:r>
            <a:endParaRPr lang="en-US" dirty="0"/>
          </a:p>
          <a:p>
            <a:pPr marL="342900" lvl="0" indent="-342900" algn="r" rtl="1">
              <a:buFont typeface="+mj-lt"/>
              <a:buAutoNum type="arabicPeriod"/>
            </a:pPr>
            <a:r>
              <a:rPr lang="ar-SY" dirty="0"/>
              <a:t>السماح للمستخدم باستعراض عملاء موقع التجارة الالكترونية الخاصة به الذين يتوقع انسحابهم.</a:t>
            </a:r>
            <a:endParaRPr lang="en-US" dirty="0"/>
          </a:p>
          <a:p>
            <a:pPr marL="342900" lvl="0" indent="-342900" algn="r" rtl="1">
              <a:buFont typeface="+mj-lt"/>
              <a:buAutoNum type="arabicPeriod"/>
            </a:pPr>
            <a:r>
              <a:rPr lang="ar-SY" dirty="0"/>
              <a:t>السماح للمستخدم باستعراض معلومات القيمة الدائمة للعميل لدى موقع التجارة الالكترونية الخاص به.</a:t>
            </a:r>
            <a:endParaRPr lang="en-US" dirty="0"/>
          </a:p>
          <a:p>
            <a:pPr marL="342900" lvl="0" indent="-342900" algn="r" rtl="1">
              <a:buFont typeface="+mj-lt"/>
              <a:buAutoNum type="arabicPeriod"/>
            </a:pPr>
            <a:r>
              <a:rPr lang="ar-SY" dirty="0"/>
              <a:t>السماح للمستخدم باستعراض بيانات تقسيم العملاء إلى شرائح.</a:t>
            </a:r>
            <a:endParaRPr lang="en-US" dirty="0"/>
          </a:p>
        </p:txBody>
      </p:sp>
      <p:sp>
        <p:nvSpPr>
          <p:cNvPr id="35" name="Slide Number Placeholder 15">
            <a:extLst>
              <a:ext uri="{FF2B5EF4-FFF2-40B4-BE49-F238E27FC236}">
                <a16:creationId xmlns:a16="http://schemas.microsoft.com/office/drawing/2014/main" id="{4AE62FC3-3A99-631B-93C3-5F539EF4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2328" y="6371477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z="2000" smtClean="0"/>
              <a:t>4</a:t>
            </a:fld>
            <a:r>
              <a:rPr lang="en-US" sz="2000" dirty="0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718160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83E7-AC83-EC51-483B-0A1FD6D0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0A26E8-6657-C067-C17F-161C90A85C3D}"/>
              </a:ext>
            </a:extLst>
          </p:cNvPr>
          <p:cNvSpPr/>
          <p:nvPr/>
        </p:nvSpPr>
        <p:spPr>
          <a:xfrm>
            <a:off x="0" y="0"/>
            <a:ext cx="6438900" cy="627126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5B0EE62-3DC3-2574-4AFD-BD3D6E3314A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42911-0D78-E46A-119C-B5955F4BFD36}"/>
              </a:ext>
            </a:extLst>
          </p:cNvPr>
          <p:cNvSpPr txBox="1"/>
          <p:nvPr/>
        </p:nvSpPr>
        <p:spPr>
          <a:xfrm>
            <a:off x="3410125" y="291298"/>
            <a:ext cx="4617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600" b="1" dirty="0">
                <a:solidFill>
                  <a:srgbClr val="FFFFFF"/>
                </a:solidFill>
                <a:latin typeface="Montserrat ExtraBold" panose="00000900000000000000" pitchFamily="2" charset="0"/>
                <a:sym typeface="Montserrat"/>
                <a:rtl val="0"/>
              </a:rPr>
              <a:t>منظور الذكاء الصنعي</a:t>
            </a:r>
            <a:endParaRPr lang="en-US" sz="3600" b="1" spc="0" baseline="0" dirty="0">
              <a:solidFill>
                <a:srgbClr val="FFFFFF"/>
              </a:solidFill>
              <a:latin typeface="Montserrat ExtraBold" panose="00000900000000000000" pitchFamily="2" charset="0"/>
              <a:sym typeface="Montserrat"/>
              <a:rtl val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CDC3EEB-C27F-FBFB-4B32-036EA8D4D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5</a:t>
            </a:fld>
            <a:endParaRPr lang="en-US"/>
          </a:p>
        </p:txBody>
      </p:sp>
      <p:pic>
        <p:nvPicPr>
          <p:cNvPr id="2" name="Picture Placeholder 4">
            <a:extLst>
              <a:ext uri="{FF2B5EF4-FFF2-40B4-BE49-F238E27FC236}">
                <a16:creationId xmlns:a16="http://schemas.microsoft.com/office/drawing/2014/main" id="{55E081D5-3C19-1950-02D8-4274824A0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8" b="2858"/>
          <a:stretch>
            <a:fillRect/>
          </a:stretch>
        </p:blipFill>
        <p:spPr>
          <a:xfrm>
            <a:off x="4079589" y="951856"/>
            <a:ext cx="4032822" cy="5581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61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F1688-675B-3B99-1DA0-9442D11DC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B4C5BE-2871-83C6-0960-E5762EE22522}"/>
              </a:ext>
            </a:extLst>
          </p:cNvPr>
          <p:cNvSpPr/>
          <p:nvPr/>
        </p:nvSpPr>
        <p:spPr>
          <a:xfrm>
            <a:off x="5602147" y="0"/>
            <a:ext cx="6589853" cy="1255059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8FB4D-B306-33B9-A6B4-CEFDF0ADC8AA}"/>
              </a:ext>
            </a:extLst>
          </p:cNvPr>
          <p:cNvSpPr txBox="1"/>
          <p:nvPr/>
        </p:nvSpPr>
        <p:spPr>
          <a:xfrm>
            <a:off x="5814369" y="304363"/>
            <a:ext cx="612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دراسة مرجعية - توقع انسحاب العملاء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F8F8BD-372D-077F-DCEB-CD6D25517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073" y="1960849"/>
            <a:ext cx="6589853" cy="43201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FB564C4-19F6-57EB-592F-9242CF331787}"/>
              </a:ext>
            </a:extLst>
          </p:cNvPr>
          <p:cNvSpPr txBox="1"/>
          <p:nvPr/>
        </p:nvSpPr>
        <p:spPr>
          <a:xfrm>
            <a:off x="1869440" y="1423288"/>
            <a:ext cx="9947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b="1" dirty="0"/>
              <a:t>استخدام المحولات مع تمثيلات </a:t>
            </a:r>
            <a:r>
              <a:rPr lang="en-US" b="1" dirty="0"/>
              <a:t>RFM</a:t>
            </a:r>
            <a:r>
              <a:rPr lang="ar-SY" b="1" dirty="0"/>
              <a:t> (</a:t>
            </a:r>
            <a:r>
              <a:rPr lang="en-US" b="1" dirty="0"/>
              <a:t>Recency, Frequency, Monetary Value</a:t>
            </a:r>
            <a:r>
              <a:rPr lang="ar-SY" b="1" dirty="0"/>
              <a:t>) الزمنية في قطاع الخدمات المالية.</a:t>
            </a:r>
            <a:endParaRPr lang="en-US" b="1" dirty="0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1F87FA5C-F7D4-3359-E2C7-E9DE2EFE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2328" y="6371477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z="2000" smtClean="0"/>
              <a:t>6</a:t>
            </a:fld>
            <a:r>
              <a:rPr lang="en-US" sz="2000" dirty="0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3762033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8A38-9A23-0719-9A37-CAD38E680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0293DEC-4C57-B9A9-9E6F-FBFC2680EA8E}"/>
              </a:ext>
            </a:extLst>
          </p:cNvPr>
          <p:cNvSpPr/>
          <p:nvPr/>
        </p:nvSpPr>
        <p:spPr>
          <a:xfrm>
            <a:off x="5602147" y="0"/>
            <a:ext cx="6589853" cy="1255059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A06512-90AE-24B8-2C8A-AE0CA6543BB8}"/>
              </a:ext>
            </a:extLst>
          </p:cNvPr>
          <p:cNvSpPr txBox="1"/>
          <p:nvPr/>
        </p:nvSpPr>
        <p:spPr>
          <a:xfrm>
            <a:off x="5814369" y="304363"/>
            <a:ext cx="612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دراسة مرجعية - توقع انسحاب العملاء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255F7D-0C1D-A46D-C9BD-91FDE01EC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1" t="4208" r="29984"/>
          <a:stretch>
            <a:fillRect/>
          </a:stretch>
        </p:blipFill>
        <p:spPr>
          <a:xfrm>
            <a:off x="4471004" y="1432560"/>
            <a:ext cx="2262285" cy="54254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F3672B-B00B-75A2-4EBB-9EDF22AAFEFE}"/>
              </a:ext>
            </a:extLst>
          </p:cNvPr>
          <p:cNvSpPr txBox="1"/>
          <p:nvPr/>
        </p:nvSpPr>
        <p:spPr>
          <a:xfrm>
            <a:off x="6807200" y="1559422"/>
            <a:ext cx="5128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b="1" dirty="0"/>
              <a:t>استخدام المحولات في توقع انسحاب عملاء بناءً على سلوك الاستخدام اليومي.</a:t>
            </a:r>
            <a:endParaRPr lang="en-US" b="1" dirty="0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08065C48-CC43-5490-9D3A-1D503076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2328" y="6371477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z="2000" smtClean="0"/>
              <a:t>7</a:t>
            </a:fld>
            <a:r>
              <a:rPr lang="en-US" sz="2000" dirty="0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3493868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4CDC0E-509F-50D7-0BD2-1A17B7B1038A}"/>
              </a:ext>
            </a:extLst>
          </p:cNvPr>
          <p:cNvSpPr/>
          <p:nvPr/>
        </p:nvSpPr>
        <p:spPr>
          <a:xfrm>
            <a:off x="5602147" y="0"/>
            <a:ext cx="6589853" cy="1255059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C09DB1-908F-3A62-25F8-72283C5D7A39}"/>
              </a:ext>
            </a:extLst>
          </p:cNvPr>
          <p:cNvSpPr txBox="1"/>
          <p:nvPr/>
        </p:nvSpPr>
        <p:spPr>
          <a:xfrm>
            <a:off x="5814369" y="304363"/>
            <a:ext cx="6121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دراسة مرجعية - توقع انسحاب العملاء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1FFAC3-E5D0-3EA5-7D72-9A7E20EC38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0" t="3706" r="6145" b="460"/>
          <a:stretch>
            <a:fillRect/>
          </a:stretch>
        </p:blipFill>
        <p:spPr>
          <a:xfrm>
            <a:off x="803476" y="1255057"/>
            <a:ext cx="6289040" cy="54811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0868C0-2C4F-5019-DFB3-6CDBDF654047}"/>
              </a:ext>
            </a:extLst>
          </p:cNvPr>
          <p:cNvSpPr txBox="1"/>
          <p:nvPr/>
        </p:nvSpPr>
        <p:spPr>
          <a:xfrm>
            <a:off x="7548880" y="1374756"/>
            <a:ext cx="43872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ar-SY" sz="3200" b="1" dirty="0"/>
              <a:t>تنبؤ وتمثيل مبني على سلاسل نشاط العملاء في مواقع التجارة الإلكترونية</a:t>
            </a:r>
            <a:endParaRPr lang="en-US" sz="3200" b="1" dirty="0"/>
          </a:p>
        </p:txBody>
      </p:sp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AC17D92F-38BA-7154-CEC3-80A74A04D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2328" y="6371477"/>
            <a:ext cx="2743200" cy="365125"/>
          </a:xfrm>
          <a:solidFill>
            <a:schemeClr val="bg1"/>
          </a:solidFill>
        </p:spPr>
        <p:txBody>
          <a:bodyPr/>
          <a:lstStyle/>
          <a:p>
            <a:fld id="{7D1D7ADD-C0C7-4BAF-A0D8-12F6F682C0D2}" type="slidenum">
              <a:rPr lang="en-US" sz="2000" smtClean="0"/>
              <a:t>8</a:t>
            </a:fld>
            <a:r>
              <a:rPr lang="en-US" sz="2000" dirty="0"/>
              <a:t>/33</a:t>
            </a:r>
          </a:p>
        </p:txBody>
      </p:sp>
    </p:spTree>
    <p:extLst>
      <p:ext uri="{BB962C8B-B14F-4D97-AF65-F5344CB8AC3E}">
        <p14:creationId xmlns:p14="http://schemas.microsoft.com/office/powerpoint/2010/main" val="2658839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11DDC-3661-7212-67AC-7C3129684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568B8-9E26-AA5E-1032-A87C63726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9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5F04AFC-CAC5-4DA8-CD90-BA47CFD63EA1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1C0CA-EEF4-11DD-F89D-78D24BC05693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مجموعات البيانات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BBC70B-85DC-B821-5B9F-7AF072DA8057}"/>
              </a:ext>
            </a:extLst>
          </p:cNvPr>
          <p:cNvSpPr txBox="1"/>
          <p:nvPr/>
        </p:nvSpPr>
        <p:spPr>
          <a:xfrm>
            <a:off x="2153920" y="1427106"/>
            <a:ext cx="1054257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 rtl="1">
              <a:lnSpc>
                <a:spcPct val="115000"/>
              </a:lnSpc>
              <a:spcAft>
                <a:spcPts val="800"/>
              </a:spcAft>
            </a:pPr>
            <a:r>
              <a:rPr lang="ar-SY" sz="24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مجموعة بيانات </a:t>
            </a:r>
            <a:r>
              <a:rPr lang="en-US" sz="24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E-commerce Customer Data For Behavior Analysis</a:t>
            </a:r>
            <a:r>
              <a:rPr lang="ar-SY" sz="24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.</a:t>
            </a:r>
            <a:endParaRPr lang="en-US" sz="2400" b="1" kern="1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5782D8-D806-8BBF-4D45-D6375A625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15080"/>
              </p:ext>
            </p:extLst>
          </p:nvPr>
        </p:nvGraphicFramePr>
        <p:xfrm>
          <a:off x="924560" y="2013013"/>
          <a:ext cx="10800080" cy="4844986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599192">
                  <a:extLst>
                    <a:ext uri="{9D8B030D-6E8A-4147-A177-3AD203B41FA5}">
                      <a16:colId xmlns:a16="http://schemas.microsoft.com/office/drawing/2014/main" val="94363176"/>
                    </a:ext>
                  </a:extLst>
                </a:gridCol>
                <a:gridCol w="3600444">
                  <a:extLst>
                    <a:ext uri="{9D8B030D-6E8A-4147-A177-3AD203B41FA5}">
                      <a16:colId xmlns:a16="http://schemas.microsoft.com/office/drawing/2014/main" val="1971810879"/>
                    </a:ext>
                  </a:extLst>
                </a:gridCol>
                <a:gridCol w="3600444">
                  <a:extLst>
                    <a:ext uri="{9D8B030D-6E8A-4147-A177-3AD203B41FA5}">
                      <a16:colId xmlns:a16="http://schemas.microsoft.com/office/drawing/2014/main" val="3898370163"/>
                    </a:ext>
                  </a:extLst>
                </a:gridCol>
              </a:tblGrid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الاسم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وصف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نوع البيانات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4206435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Customer ID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رقم تعريفي لكل عميل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Integer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4213709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Customer Name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اسم العميل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String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5916468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Customer Age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 dirty="0">
                          <a:effectLst/>
                        </a:rPr>
                        <a:t>عمر العميل</a:t>
                      </a:r>
                      <a:endParaRPr lang="en-US" sz="20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String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0612522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Gender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جنس العميل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String (Male,Female)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0360486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Purchase Date</a:t>
                      </a:r>
                      <a:endParaRPr lang="en-US" sz="20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تاريخ الشراء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Time stamp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7949568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Product Category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تصنيف المنتج الذي تم شراؤه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String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9900256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Product Price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السعر الفردي للمنتج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Integer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4442370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Quantity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عدد الوحدات المشتراة من المنتج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Integer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619095"/>
                  </a:ext>
                </a:extLst>
              </a:tr>
              <a:tr h="52968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Total Purchase Amount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إجمالي مبلغ الشراء الذي تم دفعه في العملية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Integer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6994545"/>
                  </a:ext>
                </a:extLst>
              </a:tr>
              <a:tr h="26484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Payment Method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وسيلة الدفع المستخدمة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String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3110180"/>
                  </a:ext>
                </a:extLst>
              </a:tr>
              <a:tr h="52968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Returns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مؤشر يدل على إذا ما تم ارجاع المنتج أم لا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Boolean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2674962"/>
                  </a:ext>
                </a:extLst>
              </a:tr>
              <a:tr h="52968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</a:rPr>
                        <a:t>Churn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800" kern="100">
                          <a:effectLst/>
                        </a:rPr>
                        <a:t>مؤشر يدل على ما إذا كان العميل قد انسحب أم لا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</a:rPr>
                        <a:t>Boolean</a:t>
                      </a:r>
                      <a:endParaRPr lang="en-US" sz="20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69039385"/>
                  </a:ext>
                </a:extLst>
              </a:tr>
            </a:tbl>
          </a:graphicData>
        </a:graphic>
      </p:graphicFrame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75A416BF-4FCF-ADE6-94D9-15FD5051A037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9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4954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E0246-F439-736F-9CE5-E5050167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2A425-8F6D-AF56-C9CA-51004DE6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10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CBD4EB-8952-47C5-DDCF-9D04CC7EAC7D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A9AFA3-12C7-EEE3-72FC-DC4366F4AF87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مجموعات البيانات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8C894B-E505-E13C-74FA-6A5459E349E3}"/>
              </a:ext>
            </a:extLst>
          </p:cNvPr>
          <p:cNvSpPr txBox="1"/>
          <p:nvPr/>
        </p:nvSpPr>
        <p:spPr>
          <a:xfrm>
            <a:off x="2153920" y="1427106"/>
            <a:ext cx="10542576" cy="5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 rtl="1">
              <a:lnSpc>
                <a:spcPct val="115000"/>
              </a:lnSpc>
              <a:spcAft>
                <a:spcPts val="800"/>
              </a:spcAft>
            </a:pPr>
            <a:r>
              <a:rPr lang="ar-SY" sz="24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مجموعة بيانات </a:t>
            </a:r>
            <a:r>
              <a:rPr lang="en-US" sz="24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Brazilian E-Commerce Public Dataset by OLIST</a:t>
            </a:r>
            <a:r>
              <a:rPr lang="ar-SY" sz="24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.</a:t>
            </a:r>
            <a:endParaRPr lang="en-US" sz="2400" b="1" kern="1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42B2C0-8756-9DF3-0370-D9DF9CC532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0848"/>
            <a:ext cx="8100916" cy="425354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FADCA8-B39B-C0EF-8A82-02FF4C91E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069406"/>
              </p:ext>
            </p:extLst>
          </p:nvPr>
        </p:nvGraphicFramePr>
        <p:xfrm>
          <a:off x="8293904" y="2039284"/>
          <a:ext cx="3855720" cy="4331790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335530">
                  <a:extLst>
                    <a:ext uri="{9D8B030D-6E8A-4147-A177-3AD203B41FA5}">
                      <a16:colId xmlns:a16="http://schemas.microsoft.com/office/drawing/2014/main" val="2771175101"/>
                    </a:ext>
                  </a:extLst>
                </a:gridCol>
                <a:gridCol w="1520190">
                  <a:extLst>
                    <a:ext uri="{9D8B030D-6E8A-4147-A177-3AD203B41FA5}">
                      <a16:colId xmlns:a16="http://schemas.microsoft.com/office/drawing/2014/main" val="2168040344"/>
                    </a:ext>
                  </a:extLst>
                </a:gridCol>
              </a:tblGrid>
              <a:tr h="44154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 dirty="0">
                          <a:effectLst/>
                        </a:rPr>
                        <a:t>الاسم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 dirty="0">
                          <a:effectLst/>
                        </a:rPr>
                        <a:t>وصف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3187359"/>
                  </a:ext>
                </a:extLst>
              </a:tr>
              <a:tr h="44154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customer_unique_id</a:t>
                      </a:r>
                      <a:endParaRPr lang="en-US" sz="18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>
                          <a:effectLst/>
                        </a:rPr>
                        <a:t>رقم تعريفي لكل عميل</a:t>
                      </a:r>
                      <a:endParaRPr lang="en-US" sz="18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2729688"/>
                  </a:ext>
                </a:extLst>
              </a:tr>
              <a:tr h="44154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order_purchase_timestamp</a:t>
                      </a:r>
                      <a:endParaRPr lang="en-US" sz="18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 dirty="0">
                          <a:effectLst/>
                        </a:rPr>
                        <a:t>تاريخ الشراء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0086089"/>
                  </a:ext>
                </a:extLst>
              </a:tr>
              <a:tr h="88309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product_category_name_english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 dirty="0">
                          <a:effectLst/>
                        </a:rPr>
                        <a:t>تصنيف المنتج الذي تم شراؤه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5224067"/>
                  </a:ext>
                </a:extLst>
              </a:tr>
              <a:tr h="44154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price</a:t>
                      </a:r>
                      <a:endParaRPr lang="en-US" sz="18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 dirty="0">
                          <a:effectLst/>
                        </a:rPr>
                        <a:t>السعر الفردي للمنتج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9551552"/>
                  </a:ext>
                </a:extLst>
              </a:tr>
              <a:tr h="88309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</a:rPr>
                        <a:t>freight_value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 dirty="0">
                          <a:effectLst/>
                        </a:rPr>
                        <a:t>الرسوم اللوجستية (سعر الشحن)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926251"/>
                  </a:ext>
                </a:extLst>
              </a:tr>
              <a:tr h="44154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payment_type</a:t>
                      </a:r>
                      <a:endParaRPr lang="en-US" sz="18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Y" sz="1600" kern="100" dirty="0">
                          <a:effectLst/>
                        </a:rPr>
                        <a:t>وسيلة الدفع المستخدمة</a:t>
                      </a:r>
                      <a:endParaRPr lang="en-US" sz="18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50451761"/>
                  </a:ext>
                </a:extLst>
              </a:tr>
            </a:tbl>
          </a:graphicData>
        </a:graphic>
      </p:graphicFrame>
      <p:sp>
        <p:nvSpPr>
          <p:cNvPr id="7" name="Slide Number Placeholder 15">
            <a:extLst>
              <a:ext uri="{FF2B5EF4-FFF2-40B4-BE49-F238E27FC236}">
                <a16:creationId xmlns:a16="http://schemas.microsoft.com/office/drawing/2014/main" id="{AF195A4F-0A0C-77D1-66AD-FADE18EA27DD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10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5806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D8E2A-03ED-3E6D-185D-2357547F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83755-AC39-153F-F6D7-9ED15980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11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77303E-E39C-FA76-45FD-CE3A19F83489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FD24B2-A38D-9F31-2943-75EEF1042909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المنهجية المقترحة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18AED-FF67-28E8-7A63-32989A3E97C2}"/>
              </a:ext>
            </a:extLst>
          </p:cNvPr>
          <p:cNvSpPr txBox="1"/>
          <p:nvPr/>
        </p:nvSpPr>
        <p:spPr>
          <a:xfrm>
            <a:off x="7227503" y="1417102"/>
            <a:ext cx="4708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200" dirty="0"/>
              <a:t>توقع انسحاب العملاء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C8D61F-A62F-458F-E65E-3F87232840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979" y="61277"/>
            <a:ext cx="1837661" cy="6492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15">
            <a:extLst>
              <a:ext uri="{FF2B5EF4-FFF2-40B4-BE49-F238E27FC236}">
                <a16:creationId xmlns:a16="http://schemas.microsoft.com/office/drawing/2014/main" id="{B3B464BA-5A66-483E-A2C6-C1F737CF34AA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11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1182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3B1C-6BFE-151E-50A7-CBF949B0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AD7AF-EE46-BDC2-6BF9-72671700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12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CA64312-0707-D04A-5968-CAF3D6945A67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240CD5-6EBD-2684-4EC0-006BDF57CDCD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المنهجية المقترحة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6A9435-84D4-C198-27FC-A88FA1EE8FFF}"/>
              </a:ext>
            </a:extLst>
          </p:cNvPr>
          <p:cNvSpPr txBox="1"/>
          <p:nvPr/>
        </p:nvSpPr>
        <p:spPr>
          <a:xfrm>
            <a:off x="7340612" y="1335162"/>
            <a:ext cx="4708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200" dirty="0"/>
              <a:t>توقع انسحاب العملاء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53B425-195E-88B2-5026-AC1B119A4E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39" b="73080"/>
          <a:stretch>
            <a:fillRect/>
          </a:stretch>
        </p:blipFill>
        <p:spPr bwMode="auto">
          <a:xfrm>
            <a:off x="7340612" y="1866116"/>
            <a:ext cx="3428745" cy="39355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9C3EE25-73A2-5A28-382D-499CAC19640B}"/>
              </a:ext>
            </a:extLst>
          </p:cNvPr>
          <p:cNvSpPr/>
          <p:nvPr/>
        </p:nvSpPr>
        <p:spPr>
          <a:xfrm>
            <a:off x="2339280" y="592803"/>
            <a:ext cx="1879600" cy="13411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C40250F-FA98-4234-496C-DD56AA5CB9CB}"/>
              </a:ext>
            </a:extLst>
          </p:cNvPr>
          <p:cNvSpPr/>
          <p:nvPr/>
        </p:nvSpPr>
        <p:spPr>
          <a:xfrm>
            <a:off x="2339280" y="2770867"/>
            <a:ext cx="1879600" cy="13411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Prepressing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204610-1824-72D7-E08E-2CD1134C287A}"/>
              </a:ext>
            </a:extLst>
          </p:cNvPr>
          <p:cNvSpPr/>
          <p:nvPr/>
        </p:nvSpPr>
        <p:spPr>
          <a:xfrm>
            <a:off x="2339280" y="4745492"/>
            <a:ext cx="1879600" cy="13411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scaling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A02E89-BB02-3969-8056-393A969E4FA8}"/>
              </a:ext>
            </a:extLst>
          </p:cNvPr>
          <p:cNvCxnSpPr>
            <a:stCxn id="3" idx="4"/>
            <a:endCxn id="7" idx="0"/>
          </p:cNvCxnSpPr>
          <p:nvPr/>
        </p:nvCxnSpPr>
        <p:spPr>
          <a:xfrm>
            <a:off x="3279080" y="1933923"/>
            <a:ext cx="0" cy="8369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42A3D5-D221-2B77-5E31-980DF5F1D3D0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3279080" y="4111987"/>
            <a:ext cx="0" cy="6335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E5B47CEF-DDB4-7157-FF86-F744F2D5C2C1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4218880" y="2529679"/>
            <a:ext cx="3941272" cy="2886373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15">
            <a:extLst>
              <a:ext uri="{FF2B5EF4-FFF2-40B4-BE49-F238E27FC236}">
                <a16:creationId xmlns:a16="http://schemas.microsoft.com/office/drawing/2014/main" id="{802BD23D-82AE-1789-5ACD-1CDEC1882893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12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9300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5255-F3CD-96D2-D6F9-5C4E708A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C25EB-A34F-FCD4-FC07-81411656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13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3BC5ACA-F60F-6D65-AF14-EB4C1E8181C7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BDC53A-891F-A4FE-83A4-F88A1AD08BD2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المنهجية المقترحة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E01CCC-8AA4-06C9-720B-297CE86B89BE}"/>
              </a:ext>
            </a:extLst>
          </p:cNvPr>
          <p:cNvSpPr txBox="1"/>
          <p:nvPr/>
        </p:nvSpPr>
        <p:spPr>
          <a:xfrm>
            <a:off x="7227503" y="1440252"/>
            <a:ext cx="4708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200" dirty="0"/>
              <a:t>توقع انسحاب العملاء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C95C4F-6C6C-6196-9976-B3C4E747F7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4" r="-967" b="25448"/>
          <a:stretch>
            <a:fillRect/>
          </a:stretch>
        </p:blipFill>
        <p:spPr bwMode="auto">
          <a:xfrm>
            <a:off x="4251671" y="135480"/>
            <a:ext cx="3171070" cy="62847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33F9B11B-F024-22E7-EB6C-0CED7A838F35}"/>
              </a:ext>
            </a:extLst>
          </p:cNvPr>
          <p:cNvSpPr txBox="1">
            <a:spLocks/>
          </p:cNvSpPr>
          <p:nvPr/>
        </p:nvSpPr>
        <p:spPr>
          <a:xfrm>
            <a:off x="8862328" y="6383052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13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4258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EDA5-FF84-9E93-FC40-DB2A61D2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1B6712-7EA5-218E-66EE-7BE8EDDDC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14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B4EC1A9-6418-8340-D407-A8E205955AA1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5352DE-AA26-023E-5B09-B313AF62BC30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المنهجية المقترحة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139088-07D2-7C73-BA43-06032F0FCF5F}"/>
              </a:ext>
            </a:extLst>
          </p:cNvPr>
          <p:cNvSpPr txBox="1"/>
          <p:nvPr/>
        </p:nvSpPr>
        <p:spPr>
          <a:xfrm>
            <a:off x="7227503" y="1440252"/>
            <a:ext cx="4708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200" dirty="0"/>
              <a:t>توقع انسحاب العملاء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C4A26E-7FB5-1305-480C-7FDBAD4B95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724" t="47257" r="7756" b="-12314"/>
          <a:stretch>
            <a:fillRect/>
          </a:stretch>
        </p:blipFill>
        <p:spPr bwMode="auto">
          <a:xfrm>
            <a:off x="3987467" y="269639"/>
            <a:ext cx="3171070" cy="721891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F94445F-6CC2-0381-FF9A-43C1E399B877}"/>
              </a:ext>
            </a:extLst>
          </p:cNvPr>
          <p:cNvSpPr/>
          <p:nvPr/>
        </p:nvSpPr>
        <p:spPr>
          <a:xfrm>
            <a:off x="4375230" y="6186536"/>
            <a:ext cx="2199190" cy="53243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prediction</a:t>
            </a:r>
          </a:p>
        </p:txBody>
      </p:sp>
      <p:sp>
        <p:nvSpPr>
          <p:cNvPr id="7" name="Slide Number Placeholder 15">
            <a:extLst>
              <a:ext uri="{FF2B5EF4-FFF2-40B4-BE49-F238E27FC236}">
                <a16:creationId xmlns:a16="http://schemas.microsoft.com/office/drawing/2014/main" id="{69E256C5-5D6D-6D82-9C01-A886D4FCB8B8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14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71383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22115-2D65-6D56-1C25-58CCC090E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70EAE-CC00-BC6B-9037-631F7033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15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432D8CD-B8C4-6418-2800-78C5780132D9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4CFA6-00D3-1E37-F26F-B4A127B72256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المنهجية المقترحة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AE9E80-9C3C-95F5-A4EB-84CD8FE98058}"/>
              </a:ext>
            </a:extLst>
          </p:cNvPr>
          <p:cNvSpPr txBox="1"/>
          <p:nvPr/>
        </p:nvSpPr>
        <p:spPr>
          <a:xfrm>
            <a:off x="3798758" y="300416"/>
            <a:ext cx="4708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200" dirty="0"/>
              <a:t>تقسيم الزبائن إلى شرائح</a:t>
            </a:r>
            <a:endParaRPr lang="en-US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3ECE06-C9AC-C046-D818-B014B166DC5B}"/>
              </a:ext>
            </a:extLst>
          </p:cNvPr>
          <p:cNvSpPr txBox="1"/>
          <p:nvPr/>
        </p:nvSpPr>
        <p:spPr>
          <a:xfrm>
            <a:off x="5598289" y="2521059"/>
            <a:ext cx="609407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Y" sz="2800" dirty="0"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العمر</a:t>
            </a:r>
            <a:endParaRPr lang="en-US" sz="2800" dirty="0">
              <a:ea typeface="Calibri" panose="020F0502020204030204" pitchFamily="34" charset="0"/>
              <a:cs typeface="Traditional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Y" sz="2800" dirty="0"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الإنفاق الكلي</a:t>
            </a:r>
            <a:endParaRPr lang="en-US" sz="2800" dirty="0">
              <a:effectLst/>
              <a:ea typeface="Calibri" panose="020F0502020204030204" pitchFamily="34" charset="0"/>
              <a:cs typeface="Traditional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Y" sz="2800" dirty="0">
                <a:effectLst/>
                <a:ea typeface="Calibri" panose="020F0502020204030204" pitchFamily="34" charset="0"/>
                <a:cs typeface="Traditional Arabic" panose="02020603050405020304" pitchFamily="18" charset="-78"/>
              </a:rPr>
              <a:t>كمية الشراء الكلية</a:t>
            </a:r>
            <a:endParaRPr lang="en-US" sz="2800" dirty="0">
              <a:effectLst/>
              <a:ea typeface="Calibri" panose="020F0502020204030204" pitchFamily="34" charset="0"/>
              <a:cs typeface="Traditional Arabic" panose="02020603050405020304" pitchFamily="18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Y" sz="2800" dirty="0">
                <a:ea typeface="Calibri" panose="020F0502020204030204" pitchFamily="34" charset="0"/>
                <a:cs typeface="Traditional Arabic" panose="02020603050405020304" pitchFamily="18" charset="-78"/>
              </a:rPr>
              <a:t>الجنس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0419E6-3CD8-C8BF-8AAA-1C3376C77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1" y="915968"/>
            <a:ext cx="6515437" cy="59314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3D8F5E-7654-0F4D-022B-6E279A5C771A}"/>
              </a:ext>
            </a:extLst>
          </p:cNvPr>
          <p:cNvSpPr txBox="1"/>
          <p:nvPr/>
        </p:nvSpPr>
        <p:spPr>
          <a:xfrm>
            <a:off x="10292643" y="1889495"/>
            <a:ext cx="1794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K-means</a:t>
            </a:r>
          </a:p>
        </p:txBody>
      </p:sp>
      <p:sp>
        <p:nvSpPr>
          <p:cNvPr id="10" name="Slide Number Placeholder 15">
            <a:extLst>
              <a:ext uri="{FF2B5EF4-FFF2-40B4-BE49-F238E27FC236}">
                <a16:creationId xmlns:a16="http://schemas.microsoft.com/office/drawing/2014/main" id="{1AC19ADC-739F-592E-9370-56C3B9EC31A7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15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359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5A5F9-1F0A-B95B-BDCA-F8BDC3BC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4D55B-764D-B455-1A98-1C1E9DDB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16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376DC73-FF77-1135-FC99-AAB895F99BB6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42DC6-444C-BC8A-7E04-C32F2DD933AA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المنهجية المقترحة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05C97D-526A-FB5E-AAF3-774B6C71EA15}"/>
              </a:ext>
            </a:extLst>
          </p:cNvPr>
          <p:cNvSpPr txBox="1"/>
          <p:nvPr/>
        </p:nvSpPr>
        <p:spPr>
          <a:xfrm>
            <a:off x="3798758" y="300416"/>
            <a:ext cx="47086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200" dirty="0"/>
              <a:t>حساب القيمة الدائمة لحياة العميل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233270-B183-9711-CED2-0433FF4F5C21}"/>
              </a:ext>
            </a:extLst>
          </p:cNvPr>
          <p:cNvSpPr txBox="1"/>
          <p:nvPr/>
        </p:nvSpPr>
        <p:spPr>
          <a:xfrm>
            <a:off x="2090676" y="3099647"/>
            <a:ext cx="8516073" cy="65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1">
              <a:lnSpc>
                <a:spcPct val="115000"/>
              </a:lnSpc>
              <a:spcAft>
                <a:spcPts val="800"/>
              </a:spcAft>
            </a:pPr>
            <a:r>
              <a:rPr lang="en-US" sz="3200" kern="100" dirty="0">
                <a:latin typeface="Traditional Arabic" panose="02020603050405020304" pitchFamily="18" charset="-78"/>
                <a:ea typeface="Calibri" panose="020F0502020204030204" pitchFamily="34" charset="0"/>
                <a:cs typeface="Traditional Arabic" panose="02020603050405020304" pitchFamily="18" charset="-78"/>
              </a:rPr>
              <a:t>CL = 1 / Churn Rate</a:t>
            </a:r>
            <a:endParaRPr lang="en-US" sz="3200" kern="100" dirty="0">
              <a:effectLst/>
              <a:latin typeface="Traditional Arabic" panose="02020603050405020304" pitchFamily="18" charset="-78"/>
              <a:ea typeface="Calibri" panose="020F0502020204030204" pitchFamily="34" charset="0"/>
              <a:cs typeface="Traditional Arabic" panose="02020603050405020304" pitchFamily="18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4C68AA-6D94-7844-0DC5-9675CE5B000C}"/>
                  </a:ext>
                </a:extLst>
              </p:cNvPr>
              <p:cNvSpPr txBox="1"/>
              <p:nvPr/>
            </p:nvSpPr>
            <p:spPr>
              <a:xfrm>
                <a:off x="3530277" y="2023777"/>
                <a:ext cx="5636872" cy="7612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ctr" rtl="1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𝐶𝐿𝑇𝑉</m:t>
                      </m:r>
                      <m:r>
                        <a:rPr lang="en-US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=</m:t>
                      </m:r>
                      <m:r>
                        <a:rPr lang="en-US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𝐴𝑂𝑉</m:t>
                      </m:r>
                      <m:r>
                        <a:rPr lang="ar-SY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×</m:t>
                      </m:r>
                      <m:r>
                        <a:rPr lang="en-US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𝑃𝐹</m:t>
                      </m:r>
                      <m:r>
                        <a:rPr lang="ar-SY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×</m:t>
                      </m:r>
                      <m:r>
                        <a:rPr lang="en-US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𝐺𝑀</m:t>
                      </m:r>
                      <m:r>
                        <a:rPr lang="ar-SY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×</m:t>
                      </m:r>
                      <m:r>
                        <a:rPr lang="en-US" sz="3200" b="0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raditional Arabic" panose="02020603050405020304" pitchFamily="18" charset="-78"/>
                        </a:rPr>
                        <m:t>𝐶𝐿</m:t>
                      </m:r>
                    </m:oMath>
                  </m:oMathPara>
                </a14:m>
                <a:endParaRPr lang="en-US" sz="3200" kern="100" dirty="0">
                  <a:effectLst/>
                  <a:latin typeface="Traditional Arabic" panose="02020603050405020304" pitchFamily="18" charset="-78"/>
                  <a:ea typeface="Calibri" panose="020F0502020204030204" pitchFamily="34" charset="0"/>
                  <a:cs typeface="Traditional Arabic" panose="02020603050405020304" pitchFamily="18" charset="-78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34C68AA-6D94-7844-0DC5-9675CE5B0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277" y="2023777"/>
                <a:ext cx="5636872" cy="7612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02A69762-ED1B-8EA4-ED91-BC6336B8F7F5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16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937931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CDA0-AF40-1D0E-F683-1EE5B5CBD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BAD7907-82F6-0616-50D4-3A3201CF40D9}"/>
              </a:ext>
            </a:extLst>
          </p:cNvPr>
          <p:cNvSpPr/>
          <p:nvPr/>
        </p:nvSpPr>
        <p:spPr>
          <a:xfrm>
            <a:off x="0" y="0"/>
            <a:ext cx="6438900" cy="627126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EA62D4-E741-0740-97E1-795973D0DB59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4B858E-7E7F-AD60-1E31-4B4687FBEE66}"/>
              </a:ext>
            </a:extLst>
          </p:cNvPr>
          <p:cNvSpPr txBox="1"/>
          <p:nvPr/>
        </p:nvSpPr>
        <p:spPr>
          <a:xfrm>
            <a:off x="3410125" y="291298"/>
            <a:ext cx="4617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ar-SY" sz="3600" b="1" dirty="0">
                <a:solidFill>
                  <a:srgbClr val="FFFFFF"/>
                </a:solidFill>
                <a:latin typeface="Montserrat ExtraBold" panose="00000900000000000000" pitchFamily="2" charset="0"/>
                <a:sym typeface="Montserrat"/>
                <a:rtl val="0"/>
              </a:rPr>
              <a:t>منظور هندسة البرمجيات</a:t>
            </a:r>
            <a:endParaRPr lang="en-US" sz="3600" b="1" spc="0" baseline="0" dirty="0">
              <a:solidFill>
                <a:srgbClr val="FFFFFF"/>
              </a:solidFill>
              <a:latin typeface="Montserrat ExtraBold" panose="00000900000000000000" pitchFamily="2" charset="0"/>
              <a:sym typeface="Montserrat"/>
              <a:rtl val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7DD2AFE-64B3-94B2-7F75-52F378E2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17</a:t>
            </a:fld>
            <a:endParaRPr lang="en-US"/>
          </a:p>
        </p:txBody>
      </p:sp>
      <p:pic>
        <p:nvPicPr>
          <p:cNvPr id="9" name="Picture Placeholder 2">
            <a:extLst>
              <a:ext uri="{FF2B5EF4-FFF2-40B4-BE49-F238E27FC236}">
                <a16:creationId xmlns:a16="http://schemas.microsoft.com/office/drawing/2014/main" id="{A3A04363-D1AC-3152-94E6-9AF221536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54" r="9854" b="2262"/>
          <a:stretch>
            <a:fillRect/>
          </a:stretch>
        </p:blipFill>
        <p:spPr>
          <a:xfrm>
            <a:off x="3994981" y="937629"/>
            <a:ext cx="4202037" cy="56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38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6EBDC82-F032-5EF1-512F-81BE0A1B3E82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4B043-1673-8C5D-850A-A2D4916CB9DD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85A3B-92E9-1226-0C0F-9ED3F8A7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18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3459E95-17B3-05CB-8A73-135F592F2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46"/>
          <a:stretch>
            <a:fillRect/>
          </a:stretch>
        </p:blipFill>
        <p:spPr>
          <a:xfrm>
            <a:off x="3946244" y="646330"/>
            <a:ext cx="4313318" cy="6079338"/>
          </a:xfrm>
          <a:prstGeom prst="rect">
            <a:avLst/>
          </a:prstGeom>
        </p:spPr>
      </p:pic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66B00C8C-1EBD-AC2F-4F6A-BBB64AEBDB13}"/>
              </a:ext>
            </a:extLst>
          </p:cNvPr>
          <p:cNvSpPr txBox="1">
            <a:spLocks/>
          </p:cNvSpPr>
          <p:nvPr/>
        </p:nvSpPr>
        <p:spPr>
          <a:xfrm>
            <a:off x="8862328" y="6383052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18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0308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F8B6E-904A-4EFE-F0EA-0A282E6E1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D32E0A1-8926-61AC-85B7-E92A8F15251E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C919F-4603-B154-4676-DB747F1AA9ED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02A5E-3A4C-4394-4F84-2E5CB602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19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55DEF29-17FA-2A44-4B16-988273861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592" t="78150" r="41444" b="16939"/>
          <a:stretch>
            <a:fillRect/>
          </a:stretch>
        </p:blipFill>
        <p:spPr>
          <a:xfrm>
            <a:off x="4264280" y="497838"/>
            <a:ext cx="3677246" cy="12395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209AAF-8B89-D4B7-4851-3F9A9565A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394" y="1737359"/>
            <a:ext cx="5107195" cy="381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5910AC-BB7C-2279-971D-939BEA229A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431" y="1737359"/>
            <a:ext cx="2773680" cy="3810000"/>
          </a:xfrm>
          <a:prstGeom prst="rect">
            <a:avLst/>
          </a:prstGeom>
        </p:spPr>
      </p:pic>
      <p:sp>
        <p:nvSpPr>
          <p:cNvPr id="13" name="Slide Number Placeholder 15">
            <a:extLst>
              <a:ext uri="{FF2B5EF4-FFF2-40B4-BE49-F238E27FC236}">
                <a16:creationId xmlns:a16="http://schemas.microsoft.com/office/drawing/2014/main" id="{844E8BD9-7518-D590-F0E0-FC87CA5BC98E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19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1719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6580D-E3D6-D798-5BE1-BB17B6DD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EC76892-CEAB-DEDA-38AA-5697BB06EA49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A5C9F-BD0E-E782-4C7D-6DC3B299B098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6B190-4041-FCC2-D936-BCFE2EA26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20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933271-BEA2-7922-CBEC-AEA8B37C7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46"/>
          <a:stretch>
            <a:fillRect/>
          </a:stretch>
        </p:blipFill>
        <p:spPr>
          <a:xfrm>
            <a:off x="3946244" y="646330"/>
            <a:ext cx="4313318" cy="6079338"/>
          </a:xfrm>
          <a:prstGeom prst="rect">
            <a:avLst/>
          </a:prstGeom>
        </p:spPr>
      </p:pic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35A58D1A-92DF-21B8-759B-03ACB2C707C3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20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4643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01C5-4EF2-1B9F-80D3-D32D16390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3AC6217-DC5D-CEE5-245E-6A98C3D6D7F3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F3C21-DF25-0BD3-CDD6-E750EF8DB970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658FA-FBCB-86AD-EB23-CFCB3B0E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21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293B413-6FF4-2C22-2E45-D1F94A8D7F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298" t="61616" r="44036" b="33964"/>
          <a:stretch>
            <a:fillRect/>
          </a:stretch>
        </p:blipFill>
        <p:spPr>
          <a:xfrm>
            <a:off x="4107805" y="554890"/>
            <a:ext cx="3990195" cy="14364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68E957-AC18-EFAC-54A4-83036E2D8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157" y="1991360"/>
            <a:ext cx="10211685" cy="3040643"/>
          </a:xfrm>
          <a:prstGeom prst="rect">
            <a:avLst/>
          </a:prstGeom>
        </p:spPr>
      </p:pic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35A5CFAC-6E58-E1A7-653C-3AF4403BFE02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21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5091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ED0E-C846-B83D-1BAA-D1E0CEF41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F4345B0-AC5B-2E96-2AF1-180EAD5A5A46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1EC34C-8087-EDF4-FCD4-E84CD4A000D1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4EAE7-A438-8BFD-80AF-D3C49734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22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632873F-5F82-8364-F6CB-B6CBAA8124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46"/>
          <a:stretch>
            <a:fillRect/>
          </a:stretch>
        </p:blipFill>
        <p:spPr>
          <a:xfrm>
            <a:off x="3946244" y="646330"/>
            <a:ext cx="4313318" cy="6079338"/>
          </a:xfrm>
          <a:prstGeom prst="rect">
            <a:avLst/>
          </a:prstGeom>
        </p:spPr>
      </p:pic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AB9FF944-414E-5A91-5B0A-C94097534987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22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00847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FB887-5176-24EB-B3B9-B5615EF4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54E3FAA-E80C-D9C3-E3BB-23537835C2D3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9E881-ADB5-4E46-1CDE-3F862395B00F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6F1F9-858B-D6A3-2562-B2815FF4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23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65EB1F8-5A14-233A-C05E-8C90E561E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023" t="46228" r="76542" b="50170"/>
          <a:stretch>
            <a:fillRect/>
          </a:stretch>
        </p:blipFill>
        <p:spPr>
          <a:xfrm>
            <a:off x="3449320" y="934720"/>
            <a:ext cx="5293360" cy="127971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1360407-6E7D-D192-5A90-F21EC958A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794" y="1997074"/>
            <a:ext cx="3956685" cy="31512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C24083-EED3-BAE5-2902-98707FC683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4045"/>
          <a:stretch>
            <a:fillRect/>
          </a:stretch>
        </p:blipFill>
        <p:spPr>
          <a:xfrm>
            <a:off x="6482068" y="1974343"/>
            <a:ext cx="4302138" cy="3149430"/>
          </a:xfrm>
          <a:prstGeom prst="rect">
            <a:avLst/>
          </a:prstGeom>
        </p:spPr>
      </p:pic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2A941B93-E3C1-1044-AC6B-7937EB39433E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23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48507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98349-39FB-903B-1C93-ED24EB80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3B2D5CF-CD67-942D-F023-2E2B7C97A529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BA915-FB3D-06AD-1A85-E91CC7780B29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79657-AC15-FE59-3FFC-EAFA95F47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24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667422E-AFC5-B42E-3461-9B0F3A636C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46"/>
          <a:stretch>
            <a:fillRect/>
          </a:stretch>
        </p:blipFill>
        <p:spPr>
          <a:xfrm>
            <a:off x="3946244" y="646330"/>
            <a:ext cx="4313318" cy="6079338"/>
          </a:xfrm>
          <a:prstGeom prst="rect">
            <a:avLst/>
          </a:prstGeom>
        </p:spPr>
      </p:pic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572F1736-6871-F9C2-07A1-C6C66B90DF6F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24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2593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68119-571D-12C3-2BCF-FCF6A3422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EA6652B-ED33-92B8-FD60-F7D510A6D8A1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31D8CC-6A5C-F14A-8F22-B988AB015B3E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7DAB4-77CF-414F-8B2D-2980759C1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25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3CD8457-4D16-E42C-0448-997A92688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6649" t="44837" r="41680" b="51784"/>
          <a:stretch>
            <a:fillRect/>
          </a:stretch>
        </p:blipFill>
        <p:spPr>
          <a:xfrm>
            <a:off x="3299501" y="441960"/>
            <a:ext cx="5592997" cy="12547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A4BCE5-79BC-28D6-9CA1-E89762BE0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6250" y="2138680"/>
            <a:ext cx="4139499" cy="3304118"/>
          </a:xfrm>
          <a:prstGeom prst="rect">
            <a:avLst/>
          </a:prstGeom>
        </p:spPr>
      </p:pic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A468D7D7-DB60-C0CE-DF3E-D63E47EE33D4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25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97802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36F0B-355A-4B8C-5495-89FDE864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919A35D-B61C-6C9A-64C4-0F43F9B6ACB7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010993-5F2E-0D08-A30C-82F5E62C162B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A3E3D-06A7-25EB-8405-83A3A867F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26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6BA8264-B460-A09C-5E4C-4BAB95DF1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46"/>
          <a:stretch>
            <a:fillRect/>
          </a:stretch>
        </p:blipFill>
        <p:spPr>
          <a:xfrm>
            <a:off x="3946244" y="646330"/>
            <a:ext cx="4313318" cy="6079338"/>
          </a:xfrm>
          <a:prstGeom prst="rect">
            <a:avLst/>
          </a:prstGeom>
        </p:spPr>
      </p:pic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C3492E95-723C-4E03-D61E-7E1F456C14BC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26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80330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E48FD-5A4A-C9C0-AB8B-39B908944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6AD012F-F102-F555-0B3B-1C74F667948E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D51FE-20CC-1203-A98D-513E150897CD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63308-5690-331F-B732-600001311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27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ACB9E7A-1BCA-7E54-19AD-A830EB08A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0678" t="44836" r="6729" b="50206"/>
          <a:stretch>
            <a:fillRect/>
          </a:stretch>
        </p:blipFill>
        <p:spPr>
          <a:xfrm>
            <a:off x="3637280" y="533400"/>
            <a:ext cx="4744720" cy="14986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7B7AEA4-B9F7-F671-9D78-9A2AD8485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768" y="2352041"/>
            <a:ext cx="4069664" cy="2473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C1F268-4BB1-B933-651E-DDE5DDAE7C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568" y="2352041"/>
            <a:ext cx="4069664" cy="2929702"/>
          </a:xfrm>
          <a:prstGeom prst="rect">
            <a:avLst/>
          </a:prstGeom>
        </p:spPr>
      </p:pic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864507B-0ACD-4965-2660-5267ABBB9F75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27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0958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7FB00-ED7B-C93A-25C4-FC89311C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3EE9DDA-9F67-94F9-736F-838C215D84E9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099C7E-CB68-1A68-8B70-387A248535E3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694E8-AAF9-7083-6071-67BAB2CBE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28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1FF082F-4467-CDAC-475F-5CC68FE79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46"/>
          <a:stretch>
            <a:fillRect/>
          </a:stretch>
        </p:blipFill>
        <p:spPr>
          <a:xfrm>
            <a:off x="3946244" y="646330"/>
            <a:ext cx="4313318" cy="6079338"/>
          </a:xfrm>
          <a:prstGeom prst="rect">
            <a:avLst/>
          </a:prstGeom>
        </p:spPr>
      </p:pic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DC7B9019-D83B-CECD-87B6-B38928EC5DF9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28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5996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479C3-AFA4-A228-3FA2-0CE2BFBA6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EEA2719-2730-ECA6-E85A-EE4E9FBA3039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E5D58-7AE1-CB7B-14A0-464232649C28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5A96C-87AC-E22A-34E3-D6944DD8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29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DD5E67D-E1B9-00DF-ABD8-49C0F50F2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827" t="20036" r="41209" b="73416"/>
          <a:stretch>
            <a:fillRect/>
          </a:stretch>
        </p:blipFill>
        <p:spPr>
          <a:xfrm>
            <a:off x="4390498" y="233680"/>
            <a:ext cx="3424809" cy="153924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0F7E3EB-BD98-46BB-1605-60BF774C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251" y="1772920"/>
            <a:ext cx="7468340" cy="4065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2CEC057D-7C5F-FDE9-C99A-F25F51562A4F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29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87537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8DD56-EEB1-3F7D-FC6C-8132B8624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080B111-849A-E8CC-474D-6CEAF0119B09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30A7F-F8E1-7EC4-8EF5-2ACABA0A9DB0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8F14D-FA01-6C96-013B-146FDF8A6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30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650621E-5340-ECBB-EDE4-FE6BBAD93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046"/>
          <a:stretch>
            <a:fillRect/>
          </a:stretch>
        </p:blipFill>
        <p:spPr>
          <a:xfrm>
            <a:off x="3946244" y="646330"/>
            <a:ext cx="4313318" cy="6079338"/>
          </a:xfrm>
          <a:prstGeom prst="rect">
            <a:avLst/>
          </a:prstGeom>
        </p:spPr>
      </p:pic>
      <p:sp>
        <p:nvSpPr>
          <p:cNvPr id="2" name="Slide Number Placeholder 15">
            <a:extLst>
              <a:ext uri="{FF2B5EF4-FFF2-40B4-BE49-F238E27FC236}">
                <a16:creationId xmlns:a16="http://schemas.microsoft.com/office/drawing/2014/main" id="{55CDDAB0-C3F2-C416-9616-9ECF00BB7AD4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30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910650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B8AC-40E4-E4B4-BFA6-DFDDE247A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1810449-EB45-FFF7-8D3C-6303A2963496}"/>
              </a:ext>
            </a:extLst>
          </p:cNvPr>
          <p:cNvSpPr/>
          <p:nvPr/>
        </p:nvSpPr>
        <p:spPr>
          <a:xfrm>
            <a:off x="0" y="0"/>
            <a:ext cx="12205807" cy="646331"/>
          </a:xfrm>
          <a:custGeom>
            <a:avLst/>
            <a:gdLst>
              <a:gd name="connsiteX0" fmla="*/ 0 w 6058757"/>
              <a:gd name="connsiteY0" fmla="*/ 0 h 3695509"/>
              <a:gd name="connsiteX1" fmla="*/ 6058758 w 6058757"/>
              <a:gd name="connsiteY1" fmla="*/ 0 h 3695509"/>
              <a:gd name="connsiteX2" fmla="*/ 6058758 w 6058757"/>
              <a:gd name="connsiteY2" fmla="*/ 3695510 h 3695509"/>
              <a:gd name="connsiteX3" fmla="*/ 0 w 6058757"/>
              <a:gd name="connsiteY3" fmla="*/ 3695510 h 369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58757" h="3695509">
                <a:moveTo>
                  <a:pt x="0" y="0"/>
                </a:moveTo>
                <a:lnTo>
                  <a:pt x="6058758" y="0"/>
                </a:lnTo>
                <a:lnTo>
                  <a:pt x="6058758" y="3695510"/>
                </a:lnTo>
                <a:lnTo>
                  <a:pt x="0" y="3695510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 rtl="1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220A80-B80B-6D28-2170-BFB4740D5583}"/>
              </a:ext>
            </a:extLst>
          </p:cNvPr>
          <p:cNvSpPr txBox="1"/>
          <p:nvPr/>
        </p:nvSpPr>
        <p:spPr>
          <a:xfrm>
            <a:off x="2092251" y="-1"/>
            <a:ext cx="5458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مخطط تصميم النظام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85594-201E-CE79-B6A8-AFF87E6F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D7ADD-C0C7-4BAF-A0D8-12F6F682C0D2}" type="slidenum">
              <a:rPr lang="en-US" smtClean="0"/>
              <a:t>31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B8E7088-E51C-BF39-80B0-EBE838F26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591" t="8085" r="43329" b="85694"/>
          <a:stretch>
            <a:fillRect/>
          </a:stretch>
        </p:blipFill>
        <p:spPr>
          <a:xfrm>
            <a:off x="4280809" y="323164"/>
            <a:ext cx="3270183" cy="15341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0DF81C-AA66-1C56-3123-821F625653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2759"/>
          <a:stretch>
            <a:fillRect/>
          </a:stretch>
        </p:blipFill>
        <p:spPr>
          <a:xfrm>
            <a:off x="1507129" y="1857323"/>
            <a:ext cx="2773680" cy="35859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8DBF53-317E-6ED7-DB29-587648D52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391" y="1857323"/>
            <a:ext cx="5169919" cy="3585903"/>
          </a:xfrm>
          <a:prstGeom prst="rect">
            <a:avLst/>
          </a:prstGeom>
        </p:spPr>
      </p:pic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A3D32D07-FBAE-335D-B1B9-20DB3230C984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31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97598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D101-5C76-5EB9-7624-C686E21C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8BDD9-E42D-6B76-5052-A66B5D98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324" y="6371074"/>
            <a:ext cx="2743200" cy="365125"/>
          </a:xfrm>
        </p:spPr>
        <p:txBody>
          <a:bodyPr/>
          <a:lstStyle/>
          <a:p>
            <a:fld id="{7D1D7ADD-C0C7-4BAF-A0D8-12F6F682C0D2}" type="slidenum">
              <a:rPr lang="en-US" smtClean="0"/>
              <a:t>32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267DA17-BB34-419F-D80A-7BF8856EC087}"/>
              </a:ext>
            </a:extLst>
          </p:cNvPr>
          <p:cNvSpPr/>
          <p:nvPr/>
        </p:nvSpPr>
        <p:spPr>
          <a:xfrm>
            <a:off x="8645324" y="1"/>
            <a:ext cx="3546676" cy="1157468"/>
          </a:xfrm>
          <a:custGeom>
            <a:avLst/>
            <a:gdLst>
              <a:gd name="connsiteX0" fmla="*/ 0 w 5129403"/>
              <a:gd name="connsiteY0" fmla="*/ 0 h 3103435"/>
              <a:gd name="connsiteX1" fmla="*/ 5129403 w 5129403"/>
              <a:gd name="connsiteY1" fmla="*/ 0 h 3103435"/>
              <a:gd name="connsiteX2" fmla="*/ 5129403 w 5129403"/>
              <a:gd name="connsiteY2" fmla="*/ 3103436 h 3103435"/>
              <a:gd name="connsiteX3" fmla="*/ 0 w 5129403"/>
              <a:gd name="connsiteY3" fmla="*/ 3103436 h 3103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9403" h="3103435">
                <a:moveTo>
                  <a:pt x="0" y="0"/>
                </a:moveTo>
                <a:lnTo>
                  <a:pt x="5129403" y="0"/>
                </a:lnTo>
                <a:lnTo>
                  <a:pt x="5129403" y="3103436"/>
                </a:lnTo>
                <a:lnTo>
                  <a:pt x="0" y="3103436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579A5-59BB-CE7D-3FA4-5EACE5A9F6F0}"/>
              </a:ext>
            </a:extLst>
          </p:cNvPr>
          <p:cNvSpPr txBox="1"/>
          <p:nvPr/>
        </p:nvSpPr>
        <p:spPr>
          <a:xfrm>
            <a:off x="8507392" y="269639"/>
            <a:ext cx="3428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3600" b="1" spc="0" baseline="0" dirty="0">
                <a:solidFill>
                  <a:schemeClr val="bg1"/>
                </a:solidFill>
                <a:latin typeface="Montserrat ExtraBold" panose="00000900000000000000" pitchFamily="2" charset="0"/>
                <a:sym typeface="Montserrat"/>
                <a:rtl val="0"/>
              </a:rPr>
              <a:t>النتائج والاختبارات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2F02FB-25E3-3917-0D06-FE6F4DA33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337122"/>
              </p:ext>
            </p:extLst>
          </p:nvPr>
        </p:nvGraphicFramePr>
        <p:xfrm>
          <a:off x="6359834" y="1915038"/>
          <a:ext cx="5480050" cy="1752600"/>
        </p:xfrm>
        <a:graphic>
          <a:graphicData uri="http://schemas.openxmlformats.org/drawingml/2006/table">
            <a:tbl>
              <a:tblPr rtl="1" firstCol="1" bandRow="1">
                <a:tableStyleId>{5C22544A-7EE6-4342-B048-85BDC9FD1C3A}</a:tableStyleId>
              </a:tblPr>
              <a:tblGrid>
                <a:gridCol w="2740025">
                  <a:extLst>
                    <a:ext uri="{9D8B030D-6E8A-4147-A177-3AD203B41FA5}">
                      <a16:colId xmlns:a16="http://schemas.microsoft.com/office/drawing/2014/main" val="1946350084"/>
                    </a:ext>
                  </a:extLst>
                </a:gridCol>
                <a:gridCol w="2740025">
                  <a:extLst>
                    <a:ext uri="{9D8B030D-6E8A-4147-A177-3AD203B41FA5}">
                      <a16:colId xmlns:a16="http://schemas.microsoft.com/office/drawing/2014/main" val="2478996988"/>
                    </a:ext>
                  </a:extLst>
                </a:gridCol>
              </a:tblGrid>
              <a:tr h="34918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Accuracy 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0.84</a:t>
                      </a:r>
                      <a:endParaRPr lang="en-US" sz="20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1664022"/>
                  </a:ext>
                </a:extLst>
              </a:tr>
              <a:tr h="34918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Precision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0.96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8582431"/>
                  </a:ext>
                </a:extLst>
              </a:tr>
              <a:tr h="34918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Recall</a:t>
                      </a:r>
                      <a:endParaRPr lang="en-US" sz="20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0.71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0036197"/>
                  </a:ext>
                </a:extLst>
              </a:tr>
              <a:tr h="34918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F1 Score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0.82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2599223"/>
                  </a:ext>
                </a:extLst>
              </a:tr>
              <a:tr h="349188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</a:rPr>
                        <a:t>AUROC</a:t>
                      </a:r>
                      <a:endParaRPr lang="en-US" sz="20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effectLst/>
                        </a:rPr>
                        <a:t>0.87</a:t>
                      </a:r>
                      <a:endParaRPr lang="en-US" sz="20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54788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D034639-842F-39AC-70A5-5216D942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82" y="135356"/>
            <a:ext cx="4074767" cy="319248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B5493D-D5B7-800E-7F49-5BF607C27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104887"/>
              </p:ext>
            </p:extLst>
          </p:nvPr>
        </p:nvGraphicFramePr>
        <p:xfrm>
          <a:off x="6456087" y="4394598"/>
          <a:ext cx="5480050" cy="2103120"/>
        </p:xfrm>
        <a:graphic>
          <a:graphicData uri="http://schemas.openxmlformats.org/drawingml/2006/table">
            <a:tbl>
              <a:tblPr rtl="1" firstCol="1" bandRow="1">
                <a:tableStyleId>{5C22544A-7EE6-4342-B048-85BDC9FD1C3A}</a:tableStyleId>
              </a:tblPr>
              <a:tblGrid>
                <a:gridCol w="2740025">
                  <a:extLst>
                    <a:ext uri="{9D8B030D-6E8A-4147-A177-3AD203B41FA5}">
                      <a16:colId xmlns:a16="http://schemas.microsoft.com/office/drawing/2014/main" val="2320128850"/>
                    </a:ext>
                  </a:extLst>
                </a:gridCol>
                <a:gridCol w="2740025">
                  <a:extLst>
                    <a:ext uri="{9D8B030D-6E8A-4147-A177-3AD203B41FA5}">
                      <a16:colId xmlns:a16="http://schemas.microsoft.com/office/drawing/2014/main" val="150545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Accuracy</a:t>
                      </a:r>
                      <a:endParaRPr lang="en-US" sz="24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0.72</a:t>
                      </a:r>
                      <a:endParaRPr lang="en-US" sz="24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2391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Precision</a:t>
                      </a:r>
                      <a:endParaRPr lang="en-US" sz="24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0.86</a:t>
                      </a:r>
                      <a:endParaRPr lang="en-US" sz="24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87007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Recall</a:t>
                      </a:r>
                      <a:endParaRPr lang="en-US" sz="24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0.81</a:t>
                      </a:r>
                      <a:endParaRPr lang="en-US" sz="24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136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F1 Score</a:t>
                      </a:r>
                      <a:endParaRPr lang="en-US" sz="24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0.83</a:t>
                      </a:r>
                      <a:endParaRPr lang="en-US" sz="24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298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>
                          <a:effectLst/>
                        </a:rPr>
                        <a:t>AUROC</a:t>
                      </a:r>
                      <a:endParaRPr lang="en-US" sz="2400" kern="10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100" dirty="0">
                          <a:effectLst/>
                        </a:rPr>
                        <a:t>0.49</a:t>
                      </a:r>
                      <a:endParaRPr lang="en-US" sz="2400" kern="100" dirty="0">
                        <a:effectLst/>
                        <a:latin typeface="Traditional Arabic" panose="02020603050405020304" pitchFamily="18" charset="-78"/>
                        <a:ea typeface="Calibri" panose="020F0502020204030204" pitchFamily="34" charset="0"/>
                        <a:cs typeface="Traditional Arabic" panose="02020603050405020304" pitchFamily="18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17893100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4120C3B-1D2C-5A27-B211-B09AE491C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110" y="3327838"/>
            <a:ext cx="4451112" cy="33599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1EF195-BF84-88AF-1860-2AFA9AAC49FC}"/>
              </a:ext>
            </a:extLst>
          </p:cNvPr>
          <p:cNvSpPr txBox="1"/>
          <p:nvPr/>
        </p:nvSpPr>
        <p:spPr>
          <a:xfrm>
            <a:off x="7293612" y="1185608"/>
            <a:ext cx="5402884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 rtl="1">
              <a:lnSpc>
                <a:spcPct val="115000"/>
              </a:lnSpc>
              <a:spcAft>
                <a:spcPts val="800"/>
              </a:spcAft>
            </a:pPr>
            <a:r>
              <a:rPr lang="ar-SY" sz="18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مجموعة بيانات </a:t>
            </a:r>
            <a:r>
              <a:rPr lang="en-US" sz="18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E-commerce Customer Data For Behavior Analysis</a:t>
            </a:r>
            <a:r>
              <a:rPr lang="ar-SY" sz="18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.</a:t>
            </a:r>
            <a:endParaRPr lang="en-US" sz="1800" b="1" kern="1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14F16B-0C99-7EEC-12B9-1EDB9068805E}"/>
              </a:ext>
            </a:extLst>
          </p:cNvPr>
          <p:cNvSpPr txBox="1"/>
          <p:nvPr/>
        </p:nvSpPr>
        <p:spPr>
          <a:xfrm>
            <a:off x="7293613" y="3644942"/>
            <a:ext cx="5402883" cy="72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2" algn="just" rtl="1">
              <a:lnSpc>
                <a:spcPct val="115000"/>
              </a:lnSpc>
              <a:spcAft>
                <a:spcPts val="800"/>
              </a:spcAft>
            </a:pPr>
            <a:r>
              <a:rPr lang="ar-SY" sz="18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مجموعة بيانات </a:t>
            </a:r>
            <a:r>
              <a:rPr lang="en-US" sz="18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Brazilian E-Commerce Public Dataset by OLIST</a:t>
            </a:r>
            <a:r>
              <a:rPr lang="ar-SY" sz="1800" b="1" kern="100" dirty="0">
                <a:effectLst/>
                <a:latin typeface="Traditional Arabic" panose="02020603050405020304" pitchFamily="18" charset="-78"/>
                <a:cs typeface="Traditional Arabic" panose="02020603050405020304" pitchFamily="18" charset="-78"/>
              </a:rPr>
              <a:t>.</a:t>
            </a:r>
            <a:endParaRPr lang="en-US" sz="1800" b="1" kern="100" dirty="0">
              <a:effectLst/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1" name="Slide Number Placeholder 15">
            <a:extLst>
              <a:ext uri="{FF2B5EF4-FFF2-40B4-BE49-F238E27FC236}">
                <a16:creationId xmlns:a16="http://schemas.microsoft.com/office/drawing/2014/main" id="{BCD42154-FC34-A7E1-B89A-7FD310BE9616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32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19216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1B1C062-00D1-4E3A-E1A7-69EBA078C9E3}"/>
              </a:ext>
            </a:extLst>
          </p:cNvPr>
          <p:cNvSpPr/>
          <p:nvPr/>
        </p:nvSpPr>
        <p:spPr>
          <a:xfrm>
            <a:off x="2372925" y="774119"/>
            <a:ext cx="7446151" cy="5309762"/>
          </a:xfrm>
          <a:custGeom>
            <a:avLst/>
            <a:gdLst>
              <a:gd name="connsiteX0" fmla="*/ 5646983 w 7446151"/>
              <a:gd name="connsiteY0" fmla="*/ 5297782 h 5309762"/>
              <a:gd name="connsiteX1" fmla="*/ 1799074 w 7446151"/>
              <a:gd name="connsiteY1" fmla="*/ 5297782 h 5309762"/>
              <a:gd name="connsiteX2" fmla="*/ 824285 w 7446151"/>
              <a:gd name="connsiteY2" fmla="*/ 4652463 h 5309762"/>
              <a:gd name="connsiteX3" fmla="*/ 23899 w 7446151"/>
              <a:gd name="connsiteY3" fmla="*/ 1318236 h 5309762"/>
              <a:gd name="connsiteX4" fmla="*/ 704175 w 7446151"/>
              <a:gd name="connsiteY4" fmla="*/ 274677 h 5309762"/>
              <a:gd name="connsiteX5" fmla="*/ 6741977 w 7446151"/>
              <a:gd name="connsiteY5" fmla="*/ 274677 h 5309762"/>
              <a:gd name="connsiteX6" fmla="*/ 7422253 w 7446151"/>
              <a:gd name="connsiteY6" fmla="*/ 1318332 h 5309762"/>
              <a:gd name="connsiteX7" fmla="*/ 6621772 w 7446151"/>
              <a:gd name="connsiteY7" fmla="*/ 4652463 h 5309762"/>
              <a:gd name="connsiteX8" fmla="*/ 5646983 w 7446151"/>
              <a:gd name="connsiteY8" fmla="*/ 5297782 h 530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6151" h="5309762">
                <a:moveTo>
                  <a:pt x="5646983" y="5297782"/>
                </a:moveTo>
                <a:cubicBezTo>
                  <a:pt x="4373396" y="5083374"/>
                  <a:pt x="3072757" y="5083374"/>
                  <a:pt x="1799074" y="5297782"/>
                </a:cubicBezTo>
                <a:cubicBezTo>
                  <a:pt x="1355209" y="5372553"/>
                  <a:pt x="929346" y="5090137"/>
                  <a:pt x="824285" y="4652463"/>
                </a:cubicBezTo>
                <a:cubicBezTo>
                  <a:pt x="557585" y="3540990"/>
                  <a:pt x="290695" y="2429613"/>
                  <a:pt x="23899" y="1318236"/>
                </a:cubicBezTo>
                <a:cubicBezTo>
                  <a:pt x="-90972" y="839605"/>
                  <a:pt x="220019" y="363545"/>
                  <a:pt x="704175" y="274677"/>
                </a:cubicBezTo>
                <a:cubicBezTo>
                  <a:pt x="2700043" y="-91559"/>
                  <a:pt x="4746109" y="-91559"/>
                  <a:pt x="6741977" y="274677"/>
                </a:cubicBezTo>
                <a:cubicBezTo>
                  <a:pt x="7226133" y="363545"/>
                  <a:pt x="7537124" y="839700"/>
                  <a:pt x="7422253" y="1318332"/>
                </a:cubicBezTo>
                <a:cubicBezTo>
                  <a:pt x="7155457" y="2429709"/>
                  <a:pt x="6888662" y="3541085"/>
                  <a:pt x="6621772" y="4652463"/>
                </a:cubicBezTo>
                <a:cubicBezTo>
                  <a:pt x="6516711" y="5090137"/>
                  <a:pt x="6090849" y="5372553"/>
                  <a:pt x="5646983" y="5297782"/>
                </a:cubicBezTo>
                <a:close/>
              </a:path>
            </a:pathLst>
          </a:custGeom>
          <a:gradFill>
            <a:gsLst>
              <a:gs pos="0">
                <a:srgbClr val="F6EBFB">
                  <a:alpha val="80000"/>
                </a:srgbClr>
              </a:gs>
              <a:gs pos="100000">
                <a:srgbClr val="F6EFFF">
                  <a:alpha val="90000"/>
                </a:srgbClr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3D86C97-BD70-9B34-E6E3-B36C8926CF52}"/>
              </a:ext>
            </a:extLst>
          </p:cNvPr>
          <p:cNvSpPr/>
          <p:nvPr/>
        </p:nvSpPr>
        <p:spPr>
          <a:xfrm>
            <a:off x="4302873" y="3660451"/>
            <a:ext cx="3684989" cy="81232"/>
          </a:xfrm>
          <a:custGeom>
            <a:avLst/>
            <a:gdLst>
              <a:gd name="connsiteX0" fmla="*/ 0 w 874585"/>
              <a:gd name="connsiteY0" fmla="*/ 0 h 62579"/>
              <a:gd name="connsiteX1" fmla="*/ 874586 w 874585"/>
              <a:gd name="connsiteY1" fmla="*/ 0 h 62579"/>
              <a:gd name="connsiteX2" fmla="*/ 874586 w 874585"/>
              <a:gd name="connsiteY2" fmla="*/ 62579 h 62579"/>
              <a:gd name="connsiteX3" fmla="*/ 0 w 874585"/>
              <a:gd name="connsiteY3" fmla="*/ 62579 h 62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4585" h="62579">
                <a:moveTo>
                  <a:pt x="0" y="0"/>
                </a:moveTo>
                <a:lnTo>
                  <a:pt x="874586" y="0"/>
                </a:lnTo>
                <a:lnTo>
                  <a:pt x="874586" y="62579"/>
                </a:lnTo>
                <a:lnTo>
                  <a:pt x="0" y="62579"/>
                </a:lnTo>
                <a:close/>
              </a:path>
            </a:pathLst>
          </a:custGeom>
          <a:gradFill flip="none" rotWithShape="1">
            <a:gsLst>
              <a:gs pos="0">
                <a:srgbClr val="5D28FE"/>
              </a:gs>
              <a:gs pos="100000">
                <a:srgbClr val="BB66DD"/>
              </a:gs>
            </a:gsLst>
            <a:path path="circle">
              <a:fillToRect l="100000" t="100000"/>
            </a:path>
            <a:tileRect r="-100000" b="-10000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C4C73-0D7F-3AAA-8775-5A5427E1247C}"/>
              </a:ext>
            </a:extLst>
          </p:cNvPr>
          <p:cNvSpPr txBox="1"/>
          <p:nvPr/>
        </p:nvSpPr>
        <p:spPr>
          <a:xfrm>
            <a:off x="3614392" y="1854509"/>
            <a:ext cx="496321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ar-SY" sz="6000" b="1" dirty="0">
                <a:gradFill>
                  <a:gsLst>
                    <a:gs pos="0">
                      <a:srgbClr val="5D28FE"/>
                    </a:gs>
                    <a:gs pos="100000">
                      <a:srgbClr val="BB66DD"/>
                    </a:gs>
                  </a:gsLst>
                  <a:path path="circle">
                    <a:fillToRect l="100000" t="100000"/>
                  </a:path>
                </a:gradFill>
                <a:latin typeface="Montserrat ExtraBold"/>
                <a:cs typeface="Poppins"/>
                <a:sym typeface="Poppins"/>
                <a:rtl val="0"/>
              </a:rPr>
              <a:t>شكراً</a:t>
            </a:r>
            <a:endParaRPr lang="en-US" sz="6600" b="1" dirty="0">
              <a:gradFill>
                <a:gsLst>
                  <a:gs pos="0">
                    <a:srgbClr val="5D28FE"/>
                  </a:gs>
                  <a:gs pos="100000">
                    <a:srgbClr val="BB66DD"/>
                  </a:gs>
                </a:gsLst>
                <a:path path="circle">
                  <a:fillToRect l="100000" t="100000"/>
                </a:path>
              </a:gradFill>
              <a:latin typeface="Montserrat ExtraBold"/>
              <a:cs typeface="Poppins"/>
              <a:sym typeface="Poppins"/>
              <a:rtl val="0"/>
            </a:endParaRPr>
          </a:p>
          <a:p>
            <a:pPr algn="ctr">
              <a:lnSpc>
                <a:spcPts val="6000"/>
              </a:lnSpc>
            </a:pPr>
            <a:r>
              <a:rPr lang="ar-SY" sz="5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Poppins"/>
                <a:rtl val="0"/>
              </a:rPr>
              <a:t>لحسن استماعكم</a:t>
            </a:r>
            <a:endParaRPr lang="en-US" sz="54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Poppins"/>
              <a:rtl val="0"/>
            </a:endParaRPr>
          </a:p>
        </p:txBody>
      </p:sp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60815110-1C68-DE70-9181-B120A12A651A}"/>
              </a:ext>
            </a:extLst>
          </p:cNvPr>
          <p:cNvSpPr txBox="1">
            <a:spLocks/>
          </p:cNvSpPr>
          <p:nvPr/>
        </p:nvSpPr>
        <p:spPr>
          <a:xfrm>
            <a:off x="8862328" y="6371477"/>
            <a:ext cx="2743200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1D7ADD-C0C7-4BAF-A0D8-12F6F682C0D2}" type="slidenum">
              <a:rPr lang="en-US" sz="2000" smtClean="0"/>
              <a:pPr/>
              <a:t>33</a:t>
            </a:fld>
            <a:r>
              <a:rPr lang="en-US" sz="2000"/>
              <a:t>/33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3882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664</Words>
  <Application>Microsoft Office PowerPoint</Application>
  <PresentationFormat>Widescreen</PresentationFormat>
  <Paragraphs>247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Montserrat</vt:lpstr>
      <vt:lpstr>Montserrat ExtraBold</vt:lpstr>
      <vt:lpstr>Poppins</vt:lpstr>
      <vt:lpstr>Times New Roman</vt:lpstr>
      <vt:lpstr>Traditional Arabic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Aram Mh</dc:creator>
  <cp:lastModifiedBy>Aram Mh</cp:lastModifiedBy>
  <cp:revision>26</cp:revision>
  <dcterms:created xsi:type="dcterms:W3CDTF">2025-08-02T17:40:28Z</dcterms:created>
  <dcterms:modified xsi:type="dcterms:W3CDTF">2025-08-03T17:55:12Z</dcterms:modified>
</cp:coreProperties>
</file>